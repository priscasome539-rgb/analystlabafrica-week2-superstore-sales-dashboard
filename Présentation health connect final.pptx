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4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BD172B-BAB4-4047-908C-209856A3F96F}" v="73" dt="2026-09-25T20:03:44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ho Prisca Gaëlle SOME" userId="3ee75cfe-21a4-4885-8f66-facaf9f022b7" providerId="ADAL" clId="{8B655393-81FA-4EEA-9160-C25AA5299976}"/>
    <pc:docChg chg="delSld modSld modMainMaster">
      <pc:chgData name="Oho Prisca Gaëlle SOME" userId="3ee75cfe-21a4-4885-8f66-facaf9f022b7" providerId="ADAL" clId="{8B655393-81FA-4EEA-9160-C25AA5299976}" dt="2026-09-25T20:03:45.528" v="86"/>
      <pc:docMkLst>
        <pc:docMk/>
      </pc:docMkLst>
      <pc:sldChg chg="addSp delSp modSp mod modTransition modAnim">
        <pc:chgData name="Oho Prisca Gaëlle SOME" userId="3ee75cfe-21a4-4885-8f66-facaf9f022b7" providerId="ADAL" clId="{8B655393-81FA-4EEA-9160-C25AA5299976}" dt="2026-09-25T20:03:45.528" v="86"/>
        <pc:sldMkLst>
          <pc:docMk/>
          <pc:sldMk cId="842831544" sldId="257"/>
        </pc:sldMkLst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842831544" sldId="257"/>
            <ac:spMk id="10" creationId="{B6CDA21F-E7AF-4C75-8395-33F58D5B0E45}"/>
          </ac:spMkLst>
        </pc:spChg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842831544" sldId="257"/>
            <ac:spMk id="17" creationId="{D5B0017B-2ECA-49AF-B397-DC140825DF8D}"/>
          </ac:spMkLst>
        </pc:spChg>
        <pc:spChg chg="add del mod">
          <ac:chgData name="Oho Prisca Gaëlle SOME" userId="3ee75cfe-21a4-4885-8f66-facaf9f022b7" providerId="ADAL" clId="{8B655393-81FA-4EEA-9160-C25AA5299976}" dt="2026-09-25T20:03:45.528" v="86"/>
          <ac:spMkLst>
            <pc:docMk/>
            <pc:sldMk cId="842831544" sldId="257"/>
            <ac:spMk id="128" creationId="{CCBC0E3A-6C69-C914-6DFB-741BACE2217C}"/>
          </ac:spMkLst>
        </pc:spChg>
        <pc:grpChg chg="add del">
          <ac:chgData name="Oho Prisca Gaëlle SOME" userId="3ee75cfe-21a4-4885-8f66-facaf9f022b7" providerId="ADAL" clId="{8B655393-81FA-4EEA-9160-C25AA5299976}" dt="2026-09-24T20:47:26.919" v="10"/>
          <ac:grpSpMkLst>
            <pc:docMk/>
            <pc:sldMk cId="842831544" sldId="257"/>
            <ac:grpSpMk id="12" creationId="{AE1C45F0-260A-458C-96ED-C1F6D2151219}"/>
          </ac:grpSpMkLst>
        </pc:grpChg>
        <pc:picChg chg="add del mod">
          <ac:chgData name="Oho Prisca Gaëlle SOME" userId="3ee75cfe-21a4-4885-8f66-facaf9f022b7" providerId="ADAL" clId="{8B655393-81FA-4EEA-9160-C25AA5299976}" dt="2026-09-25T16:22:39.843" v="18"/>
          <ac:picMkLst>
            <pc:docMk/>
            <pc:sldMk cId="842831544" sldId="257"/>
            <ac:picMk id="16" creationId="{4A6BF0F2-BA68-C13E-163D-695157D80B44}"/>
          </ac:picMkLst>
        </pc:picChg>
        <pc:picChg chg="add del mod">
          <ac:chgData name="Oho Prisca Gaëlle SOME" userId="3ee75cfe-21a4-4885-8f66-facaf9f022b7" providerId="ADAL" clId="{8B655393-81FA-4EEA-9160-C25AA5299976}" dt="2026-09-25T16:25:25.037" v="20"/>
          <ac:picMkLst>
            <pc:docMk/>
            <pc:sldMk cId="842831544" sldId="257"/>
            <ac:picMk id="27" creationId="{649D42D4-1AE4-169A-40AA-19C94CBE20E3}"/>
          </ac:picMkLst>
        </pc:picChg>
        <pc:picChg chg="add del mod">
          <ac:chgData name="Oho Prisca Gaëlle SOME" userId="3ee75cfe-21a4-4885-8f66-facaf9f022b7" providerId="ADAL" clId="{8B655393-81FA-4EEA-9160-C25AA5299976}" dt="2026-09-25T16:34:21.367" v="22"/>
          <ac:picMkLst>
            <pc:docMk/>
            <pc:sldMk cId="842831544" sldId="257"/>
            <ac:picMk id="33" creationId="{EF752515-5136-4739-9D28-4CBD71651F63}"/>
          </ac:picMkLst>
        </pc:picChg>
        <pc:picChg chg="add del mod">
          <ac:chgData name="Oho Prisca Gaëlle SOME" userId="3ee75cfe-21a4-4885-8f66-facaf9f022b7" providerId="ADAL" clId="{8B655393-81FA-4EEA-9160-C25AA5299976}" dt="2026-09-25T16:53:48.431" v="24"/>
          <ac:picMkLst>
            <pc:docMk/>
            <pc:sldMk cId="842831544" sldId="257"/>
            <ac:picMk id="40" creationId="{1E8EF5E4-1027-6C09-64E7-F94202C13160}"/>
          </ac:picMkLst>
        </pc:picChg>
        <pc:picChg chg="add del mod">
          <ac:chgData name="Oho Prisca Gaëlle SOME" userId="3ee75cfe-21a4-4885-8f66-facaf9f022b7" providerId="ADAL" clId="{8B655393-81FA-4EEA-9160-C25AA5299976}" dt="2026-09-25T16:54:30.388" v="26"/>
          <ac:picMkLst>
            <pc:docMk/>
            <pc:sldMk cId="842831544" sldId="257"/>
            <ac:picMk id="44" creationId="{1B748512-16E6-1BB9-87B2-EBE037B842B2}"/>
          </ac:picMkLst>
        </pc:picChg>
        <pc:picChg chg="add del mod">
          <ac:chgData name="Oho Prisca Gaëlle SOME" userId="3ee75cfe-21a4-4885-8f66-facaf9f022b7" providerId="ADAL" clId="{8B655393-81FA-4EEA-9160-C25AA5299976}" dt="2026-09-25T16:57:07.831" v="28"/>
          <ac:picMkLst>
            <pc:docMk/>
            <pc:sldMk cId="842831544" sldId="257"/>
            <ac:picMk id="49" creationId="{494733FE-FB94-4BFE-913B-6DFFA8A925D9}"/>
          </ac:picMkLst>
        </pc:picChg>
        <pc:picChg chg="add del mod">
          <ac:chgData name="Oho Prisca Gaëlle SOME" userId="3ee75cfe-21a4-4885-8f66-facaf9f022b7" providerId="ADAL" clId="{8B655393-81FA-4EEA-9160-C25AA5299976}" dt="2026-09-25T17:04:28.420" v="30"/>
          <ac:picMkLst>
            <pc:docMk/>
            <pc:sldMk cId="842831544" sldId="257"/>
            <ac:picMk id="52" creationId="{6E1042EA-7603-7BDA-E682-0FEA0B988E50}"/>
          </ac:picMkLst>
        </pc:picChg>
        <pc:picChg chg="add del mod">
          <ac:chgData name="Oho Prisca Gaëlle SOME" userId="3ee75cfe-21a4-4885-8f66-facaf9f022b7" providerId="ADAL" clId="{8B655393-81FA-4EEA-9160-C25AA5299976}" dt="2026-09-25T17:10:07.725" v="33"/>
          <ac:picMkLst>
            <pc:docMk/>
            <pc:sldMk cId="842831544" sldId="257"/>
            <ac:picMk id="55" creationId="{D31F24DB-1DFD-AC77-CB3D-022622DDE5C0}"/>
          </ac:picMkLst>
        </pc:picChg>
        <pc:picChg chg="add del mod ord">
          <ac:chgData name="Oho Prisca Gaëlle SOME" userId="3ee75cfe-21a4-4885-8f66-facaf9f022b7" providerId="ADAL" clId="{8B655393-81FA-4EEA-9160-C25AA5299976}" dt="2026-09-25T17:10:46.887" v="34"/>
          <ac:picMkLst>
            <pc:docMk/>
            <pc:sldMk cId="842831544" sldId="257"/>
            <ac:picMk id="58" creationId="{1BC5CF55-2513-ED7B-E4CA-FDE8BE7F9260}"/>
          </ac:picMkLst>
        </pc:picChg>
        <pc:picChg chg="add del mod">
          <ac:chgData name="Oho Prisca Gaëlle SOME" userId="3ee75cfe-21a4-4885-8f66-facaf9f022b7" providerId="ADAL" clId="{8B655393-81FA-4EEA-9160-C25AA5299976}" dt="2026-09-25T17:10:51.255" v="36"/>
          <ac:picMkLst>
            <pc:docMk/>
            <pc:sldMk cId="842831544" sldId="257"/>
            <ac:picMk id="59" creationId="{1A135B00-3C29-F2F4-27F3-469511DFF9BB}"/>
          </ac:picMkLst>
        </pc:picChg>
        <pc:picChg chg="add del mod ord">
          <ac:chgData name="Oho Prisca Gaëlle SOME" userId="3ee75cfe-21a4-4885-8f66-facaf9f022b7" providerId="ADAL" clId="{8B655393-81FA-4EEA-9160-C25AA5299976}" dt="2026-09-25T17:16:56.171" v="37"/>
          <ac:picMkLst>
            <pc:docMk/>
            <pc:sldMk cId="842831544" sldId="257"/>
            <ac:picMk id="62" creationId="{5166C18A-3B3C-1251-514F-6A291FA4BBBB}"/>
          </ac:picMkLst>
        </pc:picChg>
        <pc:picChg chg="add del mod">
          <ac:chgData name="Oho Prisca Gaëlle SOME" userId="3ee75cfe-21a4-4885-8f66-facaf9f022b7" providerId="ADAL" clId="{8B655393-81FA-4EEA-9160-C25AA5299976}" dt="2026-09-25T17:19:07.035" v="38"/>
          <ac:picMkLst>
            <pc:docMk/>
            <pc:sldMk cId="842831544" sldId="257"/>
            <ac:picMk id="63" creationId="{7EAB98CC-3035-94A8-C22C-67E051CEB260}"/>
          </ac:picMkLst>
        </pc:picChg>
        <pc:picChg chg="add del mod">
          <ac:chgData name="Oho Prisca Gaëlle SOME" userId="3ee75cfe-21a4-4885-8f66-facaf9f022b7" providerId="ADAL" clId="{8B655393-81FA-4EEA-9160-C25AA5299976}" dt="2026-09-25T17:20:46.646" v="40"/>
          <ac:picMkLst>
            <pc:docMk/>
            <pc:sldMk cId="842831544" sldId="257"/>
            <ac:picMk id="69" creationId="{C94952EE-13BD-8B15-2C6D-440939C1750D}"/>
          </ac:picMkLst>
        </pc:picChg>
        <pc:picChg chg="add del mod">
          <ac:chgData name="Oho Prisca Gaëlle SOME" userId="3ee75cfe-21a4-4885-8f66-facaf9f022b7" providerId="ADAL" clId="{8B655393-81FA-4EEA-9160-C25AA5299976}" dt="2026-09-25T17:22:25.747" v="43"/>
          <ac:picMkLst>
            <pc:docMk/>
            <pc:sldMk cId="842831544" sldId="257"/>
            <ac:picMk id="74" creationId="{CEAE753F-6234-6E60-C32C-073F5E1AA6DE}"/>
          </ac:picMkLst>
        </pc:picChg>
        <pc:picChg chg="add del mod ord">
          <ac:chgData name="Oho Prisca Gaëlle SOME" userId="3ee75cfe-21a4-4885-8f66-facaf9f022b7" providerId="ADAL" clId="{8B655393-81FA-4EEA-9160-C25AA5299976}" dt="2026-09-25T17:22:40.831" v="44"/>
          <ac:picMkLst>
            <pc:docMk/>
            <pc:sldMk cId="842831544" sldId="257"/>
            <ac:picMk id="77" creationId="{4E92A305-0697-4DA1-9894-EC4E68775F4B}"/>
          </ac:picMkLst>
        </pc:picChg>
        <pc:picChg chg="add del mod">
          <ac:chgData name="Oho Prisca Gaëlle SOME" userId="3ee75cfe-21a4-4885-8f66-facaf9f022b7" providerId="ADAL" clId="{8B655393-81FA-4EEA-9160-C25AA5299976}" dt="2026-09-25T17:22:45.664" v="46"/>
          <ac:picMkLst>
            <pc:docMk/>
            <pc:sldMk cId="842831544" sldId="257"/>
            <ac:picMk id="78" creationId="{846EF032-1D75-5636-9B79-C9EE658B03BF}"/>
          </ac:picMkLst>
        </pc:picChg>
        <pc:picChg chg="add del mod ord">
          <ac:chgData name="Oho Prisca Gaëlle SOME" userId="3ee75cfe-21a4-4885-8f66-facaf9f022b7" providerId="ADAL" clId="{8B655393-81FA-4EEA-9160-C25AA5299976}" dt="2026-09-25T17:25:07.305" v="47"/>
          <ac:picMkLst>
            <pc:docMk/>
            <pc:sldMk cId="842831544" sldId="257"/>
            <ac:picMk id="81" creationId="{EDC85C6E-9B28-52F0-A89B-E86A13F29FA4}"/>
          </ac:picMkLst>
        </pc:picChg>
        <pc:picChg chg="add del mod">
          <ac:chgData name="Oho Prisca Gaëlle SOME" userId="3ee75cfe-21a4-4885-8f66-facaf9f022b7" providerId="ADAL" clId="{8B655393-81FA-4EEA-9160-C25AA5299976}" dt="2026-09-25T17:26:13.924" v="51"/>
          <ac:picMkLst>
            <pc:docMk/>
            <pc:sldMk cId="842831544" sldId="257"/>
            <ac:picMk id="82" creationId="{FD8C3BB7-C1AF-6AC5-DA20-C0E5E458395B}"/>
          </ac:picMkLst>
        </pc:picChg>
        <pc:picChg chg="add del mod">
          <ac:chgData name="Oho Prisca Gaëlle SOME" userId="3ee75cfe-21a4-4885-8f66-facaf9f022b7" providerId="ADAL" clId="{8B655393-81FA-4EEA-9160-C25AA5299976}" dt="2026-09-25T17:28:55.808" v="53"/>
          <ac:picMkLst>
            <pc:docMk/>
            <pc:sldMk cId="842831544" sldId="257"/>
            <ac:picMk id="85" creationId="{A67FCD30-82D7-4CD5-6FFE-D13D40F7E503}"/>
          </ac:picMkLst>
        </pc:picChg>
        <pc:picChg chg="add del mod">
          <ac:chgData name="Oho Prisca Gaëlle SOME" userId="3ee75cfe-21a4-4885-8f66-facaf9f022b7" providerId="ADAL" clId="{8B655393-81FA-4EEA-9160-C25AA5299976}" dt="2026-09-25T17:32:30.849" v="55"/>
          <ac:picMkLst>
            <pc:docMk/>
            <pc:sldMk cId="842831544" sldId="257"/>
            <ac:picMk id="88" creationId="{721DEC88-4C58-25EF-0BD6-F3612E83960E}"/>
          </ac:picMkLst>
        </pc:picChg>
        <pc:picChg chg="add del mod">
          <ac:chgData name="Oho Prisca Gaëlle SOME" userId="3ee75cfe-21a4-4885-8f66-facaf9f022b7" providerId="ADAL" clId="{8B655393-81FA-4EEA-9160-C25AA5299976}" dt="2026-09-25T17:33:17.698" v="58"/>
          <ac:picMkLst>
            <pc:docMk/>
            <pc:sldMk cId="842831544" sldId="257"/>
            <ac:picMk id="91" creationId="{CA3AA156-4D6B-98E5-DD78-D19D1D37CE7C}"/>
          </ac:picMkLst>
        </pc:picChg>
        <pc:picChg chg="add del mod ord">
          <ac:chgData name="Oho Prisca Gaëlle SOME" userId="3ee75cfe-21a4-4885-8f66-facaf9f022b7" providerId="ADAL" clId="{8B655393-81FA-4EEA-9160-C25AA5299976}" dt="2026-09-25T17:33:47.592" v="59"/>
          <ac:picMkLst>
            <pc:docMk/>
            <pc:sldMk cId="842831544" sldId="257"/>
            <ac:picMk id="94" creationId="{90EDDB49-8D0F-0D51-5509-F94E5604D580}"/>
          </ac:picMkLst>
        </pc:picChg>
        <pc:picChg chg="add del mod">
          <ac:chgData name="Oho Prisca Gaëlle SOME" userId="3ee75cfe-21a4-4885-8f66-facaf9f022b7" providerId="ADAL" clId="{8B655393-81FA-4EEA-9160-C25AA5299976}" dt="2026-09-25T17:33:51.868" v="61"/>
          <ac:picMkLst>
            <pc:docMk/>
            <pc:sldMk cId="842831544" sldId="257"/>
            <ac:picMk id="95" creationId="{44464F73-7398-8ECC-9A73-42762273983C}"/>
          </ac:picMkLst>
        </pc:picChg>
        <pc:picChg chg="add del mod ord">
          <ac:chgData name="Oho Prisca Gaëlle SOME" userId="3ee75cfe-21a4-4885-8f66-facaf9f022b7" providerId="ADAL" clId="{8B655393-81FA-4EEA-9160-C25AA5299976}" dt="2026-09-25T17:34:51.727" v="62"/>
          <ac:picMkLst>
            <pc:docMk/>
            <pc:sldMk cId="842831544" sldId="257"/>
            <ac:picMk id="98" creationId="{4ED3516C-2FCB-14BF-1FAE-62085B8E821C}"/>
          </ac:picMkLst>
        </pc:picChg>
        <pc:picChg chg="add del mod">
          <ac:chgData name="Oho Prisca Gaëlle SOME" userId="3ee75cfe-21a4-4885-8f66-facaf9f022b7" providerId="ADAL" clId="{8B655393-81FA-4EEA-9160-C25AA5299976}" dt="2026-09-25T17:34:55.449" v="65"/>
          <ac:picMkLst>
            <pc:docMk/>
            <pc:sldMk cId="842831544" sldId="257"/>
            <ac:picMk id="99" creationId="{41D29765-4398-3D65-32CE-10F11A51A9E6}"/>
          </ac:picMkLst>
        </pc:picChg>
        <pc:picChg chg="add del mod ord">
          <ac:chgData name="Oho Prisca Gaëlle SOME" userId="3ee75cfe-21a4-4885-8f66-facaf9f022b7" providerId="ADAL" clId="{8B655393-81FA-4EEA-9160-C25AA5299976}" dt="2026-09-25T17:37:22.396" v="66"/>
          <ac:picMkLst>
            <pc:docMk/>
            <pc:sldMk cId="842831544" sldId="257"/>
            <ac:picMk id="100" creationId="{C7A57AF2-F123-8820-F4EC-43B56C2C9558}"/>
          </ac:picMkLst>
        </pc:picChg>
        <pc:picChg chg="add del mod">
          <ac:chgData name="Oho Prisca Gaëlle SOME" userId="3ee75cfe-21a4-4885-8f66-facaf9f022b7" providerId="ADAL" clId="{8B655393-81FA-4EEA-9160-C25AA5299976}" dt="2026-09-25T17:37:31.795" v="67"/>
          <ac:picMkLst>
            <pc:docMk/>
            <pc:sldMk cId="842831544" sldId="257"/>
            <ac:picMk id="101" creationId="{7F231821-4898-CB15-1753-570322F2C300}"/>
          </ac:picMkLst>
        </pc:picChg>
        <pc:picChg chg="add del mod">
          <ac:chgData name="Oho Prisca Gaëlle SOME" userId="3ee75cfe-21a4-4885-8f66-facaf9f022b7" providerId="ADAL" clId="{8B655393-81FA-4EEA-9160-C25AA5299976}" dt="2026-09-25T17:40:31.136" v="69"/>
          <ac:picMkLst>
            <pc:docMk/>
            <pc:sldMk cId="842831544" sldId="257"/>
            <ac:picMk id="104" creationId="{59A02C7C-EB7B-A37F-A12A-3E24803089F3}"/>
          </ac:picMkLst>
        </pc:picChg>
        <pc:picChg chg="add del mod">
          <ac:chgData name="Oho Prisca Gaëlle SOME" userId="3ee75cfe-21a4-4885-8f66-facaf9f022b7" providerId="ADAL" clId="{8B655393-81FA-4EEA-9160-C25AA5299976}" dt="2026-09-25T17:40:52.352" v="72"/>
          <ac:picMkLst>
            <pc:docMk/>
            <pc:sldMk cId="842831544" sldId="257"/>
            <ac:picMk id="107" creationId="{F3D6BD67-9D53-7B07-1740-754B61397D7A}"/>
          </ac:picMkLst>
        </pc:picChg>
        <pc:picChg chg="add del mod ord">
          <ac:chgData name="Oho Prisca Gaëlle SOME" userId="3ee75cfe-21a4-4885-8f66-facaf9f022b7" providerId="ADAL" clId="{8B655393-81FA-4EEA-9160-C25AA5299976}" dt="2026-09-25T17:45:26.392" v="73"/>
          <ac:picMkLst>
            <pc:docMk/>
            <pc:sldMk cId="842831544" sldId="257"/>
            <ac:picMk id="110" creationId="{0AF17B04-A63C-C137-4335-F22536EFDD7C}"/>
          </ac:picMkLst>
        </pc:picChg>
        <pc:picChg chg="add del mod">
          <ac:chgData name="Oho Prisca Gaëlle SOME" userId="3ee75cfe-21a4-4885-8f66-facaf9f022b7" providerId="ADAL" clId="{8B655393-81FA-4EEA-9160-C25AA5299976}" dt="2026-09-25T17:45:31.269" v="74"/>
          <ac:picMkLst>
            <pc:docMk/>
            <pc:sldMk cId="842831544" sldId="257"/>
            <ac:picMk id="111" creationId="{631F3EEB-E6DB-468A-C63F-70234FBB1E1A}"/>
          </ac:picMkLst>
        </pc:picChg>
        <pc:picChg chg="add del mod">
          <ac:chgData name="Oho Prisca Gaëlle SOME" userId="3ee75cfe-21a4-4885-8f66-facaf9f022b7" providerId="ADAL" clId="{8B655393-81FA-4EEA-9160-C25AA5299976}" dt="2026-09-25T17:46:00.684" v="77"/>
          <ac:picMkLst>
            <pc:docMk/>
            <pc:sldMk cId="842831544" sldId="257"/>
            <ac:picMk id="114" creationId="{2F551A48-C600-C0A0-D913-D0730E231355}"/>
          </ac:picMkLst>
        </pc:picChg>
        <pc:picChg chg="add del mod ord">
          <ac:chgData name="Oho Prisca Gaëlle SOME" userId="3ee75cfe-21a4-4885-8f66-facaf9f022b7" providerId="ADAL" clId="{8B655393-81FA-4EEA-9160-C25AA5299976}" dt="2026-09-25T17:47:00.599" v="78"/>
          <ac:picMkLst>
            <pc:docMk/>
            <pc:sldMk cId="842831544" sldId="257"/>
            <ac:picMk id="117" creationId="{0AEE4001-B302-CC57-E1F7-9893266D60A8}"/>
          </ac:picMkLst>
        </pc:picChg>
        <pc:picChg chg="add del mod">
          <ac:chgData name="Oho Prisca Gaëlle SOME" userId="3ee75cfe-21a4-4885-8f66-facaf9f022b7" providerId="ADAL" clId="{8B655393-81FA-4EEA-9160-C25AA5299976}" dt="2026-09-25T17:47:51.251" v="79"/>
          <ac:picMkLst>
            <pc:docMk/>
            <pc:sldMk cId="842831544" sldId="257"/>
            <ac:picMk id="118" creationId="{224EF8AF-29EC-3533-CE44-1F01D9B30204}"/>
          </ac:picMkLst>
        </pc:picChg>
        <pc:picChg chg="add del mod">
          <ac:chgData name="Oho Prisca Gaëlle SOME" userId="3ee75cfe-21a4-4885-8f66-facaf9f022b7" providerId="ADAL" clId="{8B655393-81FA-4EEA-9160-C25AA5299976}" dt="2026-09-25T17:48:54.222" v="82"/>
          <ac:picMkLst>
            <pc:docMk/>
            <pc:sldMk cId="842831544" sldId="257"/>
            <ac:picMk id="121" creationId="{B7AD5FBB-CB3C-5191-DEFD-9CEBE85B1394}"/>
          </ac:picMkLst>
        </pc:picChg>
        <pc:picChg chg="add del mod ord">
          <ac:chgData name="Oho Prisca Gaëlle SOME" userId="3ee75cfe-21a4-4885-8f66-facaf9f022b7" providerId="ADAL" clId="{8B655393-81FA-4EEA-9160-C25AA5299976}" dt="2026-09-25T17:55:37.279" v="83"/>
          <ac:picMkLst>
            <pc:docMk/>
            <pc:sldMk cId="842831544" sldId="257"/>
            <ac:picMk id="124" creationId="{DD71B439-0963-884B-92C2-B35A238A36B7}"/>
          </ac:picMkLst>
        </pc:picChg>
        <pc:picChg chg="add mod">
          <ac:chgData name="Oho Prisca Gaëlle SOME" userId="3ee75cfe-21a4-4885-8f66-facaf9f022b7" providerId="ADAL" clId="{8B655393-81FA-4EEA-9160-C25AA5299976}" dt="2026-09-25T17:55:37.279" v="83"/>
          <ac:picMkLst>
            <pc:docMk/>
            <pc:sldMk cId="842831544" sldId="257"/>
            <ac:picMk id="125" creationId="{2A8F0DB2-4CDC-E9CD-9310-662D4C823F50}"/>
          </ac:picMkLst>
        </pc:picChg>
        <pc:cxnChg chg="add del">
          <ac:chgData name="Oho Prisca Gaëlle SOME" userId="3ee75cfe-21a4-4885-8f66-facaf9f022b7" providerId="ADAL" clId="{8B655393-81FA-4EEA-9160-C25AA5299976}" dt="2026-09-24T20:47:26.919" v="10"/>
          <ac:cxnSpMkLst>
            <pc:docMk/>
            <pc:sldMk cId="842831544" sldId="257"/>
            <ac:cxnSpMk id="19" creationId="{6CF1BAF6-AD41-4082-B212-8A1F9A2E8779}"/>
          </ac:cxnSpMkLst>
        </pc:cxnChg>
      </pc:sldChg>
      <pc:sldChg chg="addSp delSp modSp mod modTransition modAnim">
        <pc:chgData name="Oho Prisca Gaëlle SOME" userId="3ee75cfe-21a4-4885-8f66-facaf9f022b7" providerId="ADAL" clId="{8B655393-81FA-4EEA-9160-C25AA5299976}" dt="2026-09-25T17:55:37.279" v="83"/>
        <pc:sldMkLst>
          <pc:docMk/>
          <pc:sldMk cId="4111855274" sldId="258"/>
        </pc:sldMkLst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4111855274" sldId="258"/>
            <ac:spMk id="44" creationId="{2C1BBA94-3F40-40AA-8BB9-E69E25E537C1}"/>
          </ac:spMkLst>
        </pc:spChg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4111855274" sldId="258"/>
            <ac:spMk id="45" creationId="{DBC6133C-0615-4CE4-9132-37E609A9BDFA}"/>
          </ac:spMkLst>
        </pc:spChg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4111855274" sldId="258"/>
            <ac:spMk id="46" creationId="{169CC832-2974-4E8D-90ED-3E2941BA7336}"/>
          </ac:spMkLst>
        </pc:spChg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4111855274" sldId="258"/>
            <ac:spMk id="47" creationId="{55222F96-971A-4F90-B841-6BAB416C7AC1}"/>
          </ac:spMkLst>
        </pc:spChg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4111855274" sldId="258"/>
            <ac:spMk id="48" creationId="{08980754-6F4B-43C9-B9BE-127B6BED6586}"/>
          </ac:spMkLst>
        </pc:spChg>
        <pc:picChg chg="add del mod">
          <ac:chgData name="Oho Prisca Gaëlle SOME" userId="3ee75cfe-21a4-4885-8f66-facaf9f022b7" providerId="ADAL" clId="{8B655393-81FA-4EEA-9160-C25AA5299976}" dt="2026-09-25T16:34:21.367" v="22"/>
          <ac:picMkLst>
            <pc:docMk/>
            <pc:sldMk cId="4111855274" sldId="258"/>
            <ac:picMk id="19" creationId="{8910CA36-0950-F5C5-75B2-73A087FF5AA8}"/>
          </ac:picMkLst>
        </pc:picChg>
        <pc:picChg chg="add del mod">
          <ac:chgData name="Oho Prisca Gaëlle SOME" userId="3ee75cfe-21a4-4885-8f66-facaf9f022b7" providerId="ADAL" clId="{8B655393-81FA-4EEA-9160-C25AA5299976}" dt="2026-09-25T16:53:48.431" v="24"/>
          <ac:picMkLst>
            <pc:docMk/>
            <pc:sldMk cId="4111855274" sldId="258"/>
            <ac:picMk id="27" creationId="{80A02BC3-3580-335F-6D39-2255B5376238}"/>
          </ac:picMkLst>
        </pc:picChg>
        <pc:picChg chg="add del mod">
          <ac:chgData name="Oho Prisca Gaëlle SOME" userId="3ee75cfe-21a4-4885-8f66-facaf9f022b7" providerId="ADAL" clId="{8B655393-81FA-4EEA-9160-C25AA5299976}" dt="2026-09-25T16:57:07.831" v="28"/>
          <ac:picMkLst>
            <pc:docMk/>
            <pc:sldMk cId="4111855274" sldId="258"/>
            <ac:picMk id="33" creationId="{804BCCA2-AB64-332B-1B65-F489F2A08FD5}"/>
          </ac:picMkLst>
        </pc:picChg>
        <pc:picChg chg="add del mod">
          <ac:chgData name="Oho Prisca Gaëlle SOME" userId="3ee75cfe-21a4-4885-8f66-facaf9f022b7" providerId="ADAL" clId="{8B655393-81FA-4EEA-9160-C25AA5299976}" dt="2026-09-25T17:04:28.420" v="30"/>
          <ac:picMkLst>
            <pc:docMk/>
            <pc:sldMk cId="4111855274" sldId="258"/>
            <ac:picMk id="37" creationId="{38F081DF-4F09-6BE2-8431-FA5A2D858DA1}"/>
          </ac:picMkLst>
        </pc:picChg>
        <pc:picChg chg="add del mod">
          <ac:chgData name="Oho Prisca Gaëlle SOME" userId="3ee75cfe-21a4-4885-8f66-facaf9f022b7" providerId="ADAL" clId="{8B655393-81FA-4EEA-9160-C25AA5299976}" dt="2026-09-25T17:19:07.035" v="38"/>
          <ac:picMkLst>
            <pc:docMk/>
            <pc:sldMk cId="4111855274" sldId="258"/>
            <ac:picMk id="40" creationId="{5A3323C7-0C87-0F31-B04D-1DDFAA729485}"/>
          </ac:picMkLst>
        </pc:picChg>
        <pc:picChg chg="add del mod">
          <ac:chgData name="Oho Prisca Gaëlle SOME" userId="3ee75cfe-21a4-4885-8f66-facaf9f022b7" providerId="ADAL" clId="{8B655393-81FA-4EEA-9160-C25AA5299976}" dt="2026-09-25T17:26:13.924" v="51"/>
          <ac:picMkLst>
            <pc:docMk/>
            <pc:sldMk cId="4111855274" sldId="258"/>
            <ac:picMk id="50" creationId="{9BACDAE4-C37F-5820-2DF5-4F5BF66062CB}"/>
          </ac:picMkLst>
        </pc:picChg>
        <pc:picChg chg="add del mod">
          <ac:chgData name="Oho Prisca Gaëlle SOME" userId="3ee75cfe-21a4-4885-8f66-facaf9f022b7" providerId="ADAL" clId="{8B655393-81FA-4EEA-9160-C25AA5299976}" dt="2026-09-25T17:28:55.808" v="53"/>
          <ac:picMkLst>
            <pc:docMk/>
            <pc:sldMk cId="4111855274" sldId="258"/>
            <ac:picMk id="53" creationId="{DB86B4E1-799D-B8F4-A6ED-54F8B777E27B}"/>
          </ac:picMkLst>
        </pc:picChg>
        <pc:picChg chg="add del mod">
          <ac:chgData name="Oho Prisca Gaëlle SOME" userId="3ee75cfe-21a4-4885-8f66-facaf9f022b7" providerId="ADAL" clId="{8B655393-81FA-4EEA-9160-C25AA5299976}" dt="2026-09-25T17:32:30.849" v="55"/>
          <ac:picMkLst>
            <pc:docMk/>
            <pc:sldMk cId="4111855274" sldId="258"/>
            <ac:picMk id="56" creationId="{8DF0F513-2F51-DF93-2B50-F11443A29B33}"/>
          </ac:picMkLst>
        </pc:picChg>
        <pc:picChg chg="add del mod">
          <ac:chgData name="Oho Prisca Gaëlle SOME" userId="3ee75cfe-21a4-4885-8f66-facaf9f022b7" providerId="ADAL" clId="{8B655393-81FA-4EEA-9160-C25AA5299976}" dt="2026-09-25T17:34:55.449" v="65"/>
          <ac:picMkLst>
            <pc:docMk/>
            <pc:sldMk cId="4111855274" sldId="258"/>
            <ac:picMk id="59" creationId="{100C47E4-9982-8C7B-74E6-048AECFE8CB9}"/>
          </ac:picMkLst>
        </pc:picChg>
        <pc:picChg chg="add del mod ord">
          <ac:chgData name="Oho Prisca Gaëlle SOME" userId="3ee75cfe-21a4-4885-8f66-facaf9f022b7" providerId="ADAL" clId="{8B655393-81FA-4EEA-9160-C25AA5299976}" dt="2026-09-25T17:37:22.396" v="66"/>
          <ac:picMkLst>
            <pc:docMk/>
            <pc:sldMk cId="4111855274" sldId="258"/>
            <ac:picMk id="62" creationId="{6593DF4F-568A-E7FF-F5D6-5DA6011AE1E0}"/>
          </ac:picMkLst>
        </pc:picChg>
        <pc:picChg chg="add del mod">
          <ac:chgData name="Oho Prisca Gaëlle SOME" userId="3ee75cfe-21a4-4885-8f66-facaf9f022b7" providerId="ADAL" clId="{8B655393-81FA-4EEA-9160-C25AA5299976}" dt="2026-09-25T17:37:31.795" v="67"/>
          <ac:picMkLst>
            <pc:docMk/>
            <pc:sldMk cId="4111855274" sldId="258"/>
            <ac:picMk id="63" creationId="{FC04D3C1-F180-81DF-0413-500CAE6818BF}"/>
          </ac:picMkLst>
        </pc:picChg>
        <pc:picChg chg="add del mod">
          <ac:chgData name="Oho Prisca Gaëlle SOME" userId="3ee75cfe-21a4-4885-8f66-facaf9f022b7" providerId="ADAL" clId="{8B655393-81FA-4EEA-9160-C25AA5299976}" dt="2026-09-25T17:40:31.136" v="69"/>
          <ac:picMkLst>
            <pc:docMk/>
            <pc:sldMk cId="4111855274" sldId="258"/>
            <ac:picMk id="66" creationId="{B04BAC53-4593-ADE0-4286-BA6927A9DF42}"/>
          </ac:picMkLst>
        </pc:picChg>
        <pc:picChg chg="add del mod">
          <ac:chgData name="Oho Prisca Gaëlle SOME" userId="3ee75cfe-21a4-4885-8f66-facaf9f022b7" providerId="ADAL" clId="{8B655393-81FA-4EEA-9160-C25AA5299976}" dt="2026-09-25T17:45:31.269" v="74"/>
          <ac:picMkLst>
            <pc:docMk/>
            <pc:sldMk cId="4111855274" sldId="258"/>
            <ac:picMk id="69" creationId="{555AA0E5-6EFA-B187-647F-33BDDBCA2B0A}"/>
          </ac:picMkLst>
        </pc:picChg>
        <pc:picChg chg="add del mod">
          <ac:chgData name="Oho Prisca Gaëlle SOME" userId="3ee75cfe-21a4-4885-8f66-facaf9f022b7" providerId="ADAL" clId="{8B655393-81FA-4EEA-9160-C25AA5299976}" dt="2026-09-25T17:47:51.251" v="79"/>
          <ac:picMkLst>
            <pc:docMk/>
            <pc:sldMk cId="4111855274" sldId="258"/>
            <ac:picMk id="72" creationId="{A15189AD-EE15-C102-D106-406B67525E44}"/>
          </ac:picMkLst>
        </pc:picChg>
        <pc:picChg chg="add mod">
          <ac:chgData name="Oho Prisca Gaëlle SOME" userId="3ee75cfe-21a4-4885-8f66-facaf9f022b7" providerId="ADAL" clId="{8B655393-81FA-4EEA-9160-C25AA5299976}" dt="2026-09-25T17:55:37.279" v="83"/>
          <ac:picMkLst>
            <pc:docMk/>
            <pc:sldMk cId="4111855274" sldId="258"/>
            <ac:picMk id="77" creationId="{5E522A4B-74E1-4C0F-E417-61A2C73668E7}"/>
          </ac:picMkLst>
        </pc:picChg>
      </pc:sldChg>
      <pc:sldChg chg="addSp delSp modSp modTransition modAnim">
        <pc:chgData name="Oho Prisca Gaëlle SOME" userId="3ee75cfe-21a4-4885-8f66-facaf9f022b7" providerId="ADAL" clId="{8B655393-81FA-4EEA-9160-C25AA5299976}" dt="2026-09-25T17:55:37.279" v="83"/>
        <pc:sldMkLst>
          <pc:docMk/>
          <pc:sldMk cId="261357453" sldId="260"/>
        </pc:sldMkLst>
        <pc:spChg chg="mod">
          <ac:chgData name="Oho Prisca Gaëlle SOME" userId="3ee75cfe-21a4-4885-8f66-facaf9f022b7" providerId="ADAL" clId="{8B655393-81FA-4EEA-9160-C25AA5299976}" dt="2026-09-24T22:58:20.218" v="15"/>
          <ac:spMkLst>
            <pc:docMk/>
            <pc:sldMk cId="261357453" sldId="260"/>
            <ac:spMk id="3" creationId="{608C2716-D768-6683-385B-2246AC3DDA7A}"/>
          </ac:spMkLst>
        </pc:spChg>
        <pc:spChg chg="add del mod">
          <ac:chgData name="Oho Prisca Gaëlle SOME" userId="3ee75cfe-21a4-4885-8f66-facaf9f022b7" providerId="ADAL" clId="{8B655393-81FA-4EEA-9160-C25AA5299976}" dt="2026-09-24T19:44:55.548" v="5"/>
          <ac:spMkLst>
            <pc:docMk/>
            <pc:sldMk cId="261357453" sldId="260"/>
            <ac:spMk id="6" creationId="{E90DBC74-A941-6480-6DD8-9FD5C83228E4}"/>
          </ac:spMkLst>
        </pc:spChg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261357453" sldId="260"/>
            <ac:spMk id="10" creationId="{058A14AF-9FB5-4CC7-BA35-E8E85D3EDF0E}"/>
          </ac:spMkLst>
        </pc:spChg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261357453" sldId="260"/>
            <ac:spMk id="12" creationId="{3A9A4357-BD1D-4622-A4FE-766E6AB8DE84}"/>
          </ac:spMkLst>
        </pc:spChg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261357453" sldId="260"/>
            <ac:spMk id="14" creationId="{E659831F-0D9A-4C63-9EBB-8435B85A440F}"/>
          </ac:spMkLst>
        </pc:spChg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261357453" sldId="260"/>
            <ac:spMk id="16" creationId="{E6995CE5-F890-4ABA-82A2-26507CE8D2A3}"/>
          </ac:spMkLst>
        </pc:spChg>
        <pc:picChg chg="add del mod">
          <ac:chgData name="Oho Prisca Gaëlle SOME" userId="3ee75cfe-21a4-4885-8f66-facaf9f022b7" providerId="ADAL" clId="{8B655393-81FA-4EEA-9160-C25AA5299976}" dt="2026-09-25T16:34:21.367" v="22"/>
          <ac:picMkLst>
            <pc:docMk/>
            <pc:sldMk cId="261357453" sldId="260"/>
            <ac:picMk id="8" creationId="{F9159B39-29E9-8A3F-08D6-330F87514D92}"/>
          </ac:picMkLst>
        </pc:picChg>
        <pc:picChg chg="add del mod">
          <ac:chgData name="Oho Prisca Gaëlle SOME" userId="3ee75cfe-21a4-4885-8f66-facaf9f022b7" providerId="ADAL" clId="{8B655393-81FA-4EEA-9160-C25AA5299976}" dt="2026-09-25T17:04:28.420" v="30"/>
          <ac:picMkLst>
            <pc:docMk/>
            <pc:sldMk cId="261357453" sldId="260"/>
            <ac:picMk id="18" creationId="{5E9F2CFA-C56C-987E-1AAB-4C5F23199652}"/>
          </ac:picMkLst>
        </pc:picChg>
        <pc:picChg chg="add del mod">
          <ac:chgData name="Oho Prisca Gaëlle SOME" userId="3ee75cfe-21a4-4885-8f66-facaf9f022b7" providerId="ADAL" clId="{8B655393-81FA-4EEA-9160-C25AA5299976}" dt="2026-09-25T17:19:07.035" v="38"/>
          <ac:picMkLst>
            <pc:docMk/>
            <pc:sldMk cId="261357453" sldId="260"/>
            <ac:picMk id="23" creationId="{66E9683B-42DA-55FB-396C-8E76E481FF54}"/>
          </ac:picMkLst>
        </pc:picChg>
        <pc:picChg chg="add del mod">
          <ac:chgData name="Oho Prisca Gaëlle SOME" userId="3ee75cfe-21a4-4885-8f66-facaf9f022b7" providerId="ADAL" clId="{8B655393-81FA-4EEA-9160-C25AA5299976}" dt="2026-09-25T17:45:31.269" v="74"/>
          <ac:picMkLst>
            <pc:docMk/>
            <pc:sldMk cId="261357453" sldId="260"/>
            <ac:picMk id="26" creationId="{6B2FF5EC-B3D2-4EFC-5A17-D52925AF0763}"/>
          </ac:picMkLst>
        </pc:picChg>
        <pc:picChg chg="add mod">
          <ac:chgData name="Oho Prisca Gaëlle SOME" userId="3ee75cfe-21a4-4885-8f66-facaf9f022b7" providerId="ADAL" clId="{8B655393-81FA-4EEA-9160-C25AA5299976}" dt="2026-09-25T17:55:37.279" v="83"/>
          <ac:picMkLst>
            <pc:docMk/>
            <pc:sldMk cId="261357453" sldId="260"/>
            <ac:picMk id="31" creationId="{ACABCBC3-C995-2BBD-877B-8E26EEDC132F}"/>
          </ac:picMkLst>
        </pc:picChg>
      </pc:sldChg>
      <pc:sldChg chg="addSp delSp modSp modTransition modAnim">
        <pc:chgData name="Oho Prisca Gaëlle SOME" userId="3ee75cfe-21a4-4885-8f66-facaf9f022b7" providerId="ADAL" clId="{8B655393-81FA-4EEA-9160-C25AA5299976}" dt="2026-09-25T17:55:37.279" v="83"/>
        <pc:sldMkLst>
          <pc:docMk/>
          <pc:sldMk cId="4047638159" sldId="261"/>
        </pc:sldMkLst>
        <pc:spChg chg="mod">
          <ac:chgData name="Oho Prisca Gaëlle SOME" userId="3ee75cfe-21a4-4885-8f66-facaf9f022b7" providerId="ADAL" clId="{8B655393-81FA-4EEA-9160-C25AA5299976}" dt="2026-09-24T20:47:25.725" v="9"/>
          <ac:spMkLst>
            <pc:docMk/>
            <pc:sldMk cId="4047638159" sldId="261"/>
            <ac:spMk id="2" creationId="{8D4063AB-4FB4-4660-E9D6-CDFF8CDDFFD4}"/>
          </ac:spMkLst>
        </pc:spChg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4047638159" sldId="261"/>
            <ac:spMk id="21" creationId="{6C4028FD-8BAA-4A19-BFDE-594D991B7552}"/>
          </ac:spMkLst>
        </pc:spChg>
        <pc:picChg chg="add del mod">
          <ac:chgData name="Oho Prisca Gaëlle SOME" userId="3ee75cfe-21a4-4885-8f66-facaf9f022b7" providerId="ADAL" clId="{8B655393-81FA-4EEA-9160-C25AA5299976}" dt="2026-09-25T16:34:21.367" v="22"/>
          <ac:picMkLst>
            <pc:docMk/>
            <pc:sldMk cId="4047638159" sldId="261"/>
            <ac:picMk id="6" creationId="{3A3596CC-0516-A43E-350D-AD6299BC44EE}"/>
          </ac:picMkLst>
        </pc:picChg>
        <pc:picChg chg="add del mod">
          <ac:chgData name="Oho Prisca Gaëlle SOME" userId="3ee75cfe-21a4-4885-8f66-facaf9f022b7" providerId="ADAL" clId="{8B655393-81FA-4EEA-9160-C25AA5299976}" dt="2026-09-25T17:19:07.035" v="38"/>
          <ac:picMkLst>
            <pc:docMk/>
            <pc:sldMk cId="4047638159" sldId="261"/>
            <ac:picMk id="13" creationId="{107E78C3-EE62-4AF0-4911-BF04C9B29E13}"/>
          </ac:picMkLst>
        </pc:picChg>
        <pc:picChg chg="add mod">
          <ac:chgData name="Oho Prisca Gaëlle SOME" userId="3ee75cfe-21a4-4885-8f66-facaf9f022b7" providerId="ADAL" clId="{8B655393-81FA-4EEA-9160-C25AA5299976}" dt="2026-09-25T17:55:37.279" v="83"/>
          <ac:picMkLst>
            <pc:docMk/>
            <pc:sldMk cId="4047638159" sldId="261"/>
            <ac:picMk id="16" creationId="{1EABFAA9-382E-3A22-9BDD-EEAE670944B3}"/>
          </ac:picMkLst>
        </pc:picChg>
      </pc:sldChg>
      <pc:sldChg chg="addSp delSp modSp modTransition modAnim">
        <pc:chgData name="Oho Prisca Gaëlle SOME" userId="3ee75cfe-21a4-4885-8f66-facaf9f022b7" providerId="ADAL" clId="{8B655393-81FA-4EEA-9160-C25AA5299976}" dt="2026-09-25T17:55:37.279" v="83"/>
        <pc:sldMkLst>
          <pc:docMk/>
          <pc:sldMk cId="1763334587" sldId="262"/>
        </pc:sldMkLst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1763334587" sldId="262"/>
            <ac:spMk id="16" creationId="{117AB3D3-3C9C-4DED-809A-78734805B895}"/>
          </ac:spMkLst>
        </pc:spChg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1763334587" sldId="262"/>
            <ac:spMk id="18" creationId="{3A9A4357-BD1D-4622-A4FE-766E6AB8DE84}"/>
          </ac:spMkLst>
        </pc:spChg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1763334587" sldId="262"/>
            <ac:spMk id="20" creationId="{E659831F-0D9A-4C63-9EBB-8435B85A440F}"/>
          </ac:spMkLst>
        </pc:spChg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1763334587" sldId="262"/>
            <ac:spMk id="22" creationId="{E6995CE5-F890-4ABA-82A2-26507CE8D2A3}"/>
          </ac:spMkLst>
        </pc:spChg>
        <pc:picChg chg="add del mod">
          <ac:chgData name="Oho Prisca Gaëlle SOME" userId="3ee75cfe-21a4-4885-8f66-facaf9f022b7" providerId="ADAL" clId="{8B655393-81FA-4EEA-9160-C25AA5299976}" dt="2026-09-25T16:34:21.367" v="22"/>
          <ac:picMkLst>
            <pc:docMk/>
            <pc:sldMk cId="1763334587" sldId="262"/>
            <ac:picMk id="7" creationId="{12583FE2-6E41-FCEF-E46B-5FEA1A3A0DD3}"/>
          </ac:picMkLst>
        </pc:picChg>
        <pc:picChg chg="add del mod">
          <ac:chgData name="Oho Prisca Gaëlle SOME" userId="3ee75cfe-21a4-4885-8f66-facaf9f022b7" providerId="ADAL" clId="{8B655393-81FA-4EEA-9160-C25AA5299976}" dt="2026-09-25T17:19:07.035" v="38"/>
          <ac:picMkLst>
            <pc:docMk/>
            <pc:sldMk cId="1763334587" sldId="262"/>
            <ac:picMk id="15" creationId="{EEBADB24-C137-6210-58AF-D2CF927DD414}"/>
          </ac:picMkLst>
        </pc:picChg>
        <pc:picChg chg="add mod">
          <ac:chgData name="Oho Prisca Gaëlle SOME" userId="3ee75cfe-21a4-4885-8f66-facaf9f022b7" providerId="ADAL" clId="{8B655393-81FA-4EEA-9160-C25AA5299976}" dt="2026-09-25T17:55:37.279" v="83"/>
          <ac:picMkLst>
            <pc:docMk/>
            <pc:sldMk cId="1763334587" sldId="262"/>
            <ac:picMk id="23" creationId="{9890E1FA-D527-9E20-FAAE-96D2760EDBE8}"/>
          </ac:picMkLst>
        </pc:picChg>
      </pc:sldChg>
      <pc:sldChg chg="addSp delSp modSp mod modTransition setBg modAnim">
        <pc:chgData name="Oho Prisca Gaëlle SOME" userId="3ee75cfe-21a4-4885-8f66-facaf9f022b7" providerId="ADAL" clId="{8B655393-81FA-4EEA-9160-C25AA5299976}" dt="2026-09-25T17:55:37.279" v="83"/>
        <pc:sldMkLst>
          <pc:docMk/>
          <pc:sldMk cId="1929870074" sldId="264"/>
        </pc:sldMkLst>
        <pc:spChg chg="add del">
          <ac:chgData name="Oho Prisca Gaëlle SOME" userId="3ee75cfe-21a4-4885-8f66-facaf9f022b7" providerId="ADAL" clId="{8B655393-81FA-4EEA-9160-C25AA5299976}" dt="2026-09-24T20:47:26.919" v="10"/>
          <ac:spMkLst>
            <pc:docMk/>
            <pc:sldMk cId="1929870074" sldId="264"/>
            <ac:spMk id="9" creationId="{4FFBEE45-F140-49D5-85EA-C78C24340B23}"/>
          </ac:spMkLst>
        </pc:spChg>
        <pc:spChg chg="add del mod">
          <ac:chgData name="Oho Prisca Gaëlle SOME" userId="3ee75cfe-21a4-4885-8f66-facaf9f022b7" providerId="ADAL" clId="{8B655393-81FA-4EEA-9160-C25AA5299976}" dt="2026-09-24T21:16:53.606" v="14"/>
          <ac:spMkLst>
            <pc:docMk/>
            <pc:sldMk cId="1929870074" sldId="264"/>
            <ac:spMk id="20" creationId="{6B8D520B-6A7B-22DD-F76A-7A962491ABF1}"/>
          </ac:spMkLst>
        </pc:spChg>
        <pc:picChg chg="add del mod">
          <ac:chgData name="Oho Prisca Gaëlle SOME" userId="3ee75cfe-21a4-4885-8f66-facaf9f022b7" providerId="ADAL" clId="{8B655393-81FA-4EEA-9160-C25AA5299976}" dt="2026-09-25T16:34:21.367" v="22"/>
          <ac:picMkLst>
            <pc:docMk/>
            <pc:sldMk cId="1929870074" sldId="264"/>
            <ac:picMk id="13" creationId="{B4FE7CA1-4AEC-9CAB-A72A-7EBC1A408845}"/>
          </ac:picMkLst>
        </pc:picChg>
        <pc:picChg chg="add del mod">
          <ac:chgData name="Oho Prisca Gaëlle SOME" userId="3ee75cfe-21a4-4885-8f66-facaf9f022b7" providerId="ADAL" clId="{8B655393-81FA-4EEA-9160-C25AA5299976}" dt="2026-09-25T16:57:07.831" v="28"/>
          <ac:picMkLst>
            <pc:docMk/>
            <pc:sldMk cId="1929870074" sldId="264"/>
            <ac:picMk id="22" creationId="{FF7EDBA9-ADA7-E98C-90C4-2544ED64D250}"/>
          </ac:picMkLst>
        </pc:picChg>
        <pc:picChg chg="add del mod">
          <ac:chgData name="Oho Prisca Gaëlle SOME" userId="3ee75cfe-21a4-4885-8f66-facaf9f022b7" providerId="ADAL" clId="{8B655393-81FA-4EEA-9160-C25AA5299976}" dt="2026-09-25T17:04:28.420" v="30"/>
          <ac:picMkLst>
            <pc:docMk/>
            <pc:sldMk cId="1929870074" sldId="264"/>
            <ac:picMk id="27" creationId="{60C02FC6-CD15-98F1-1D22-B35CC43CF86E}"/>
          </ac:picMkLst>
        </pc:picChg>
        <pc:picChg chg="add del mod">
          <ac:chgData name="Oho Prisca Gaëlle SOME" userId="3ee75cfe-21a4-4885-8f66-facaf9f022b7" providerId="ADAL" clId="{8B655393-81FA-4EEA-9160-C25AA5299976}" dt="2026-09-25T17:19:07.035" v="38"/>
          <ac:picMkLst>
            <pc:docMk/>
            <pc:sldMk cId="1929870074" sldId="264"/>
            <ac:picMk id="30" creationId="{56F9C29A-62D6-7691-31F4-62CF233170AD}"/>
          </ac:picMkLst>
        </pc:picChg>
        <pc:picChg chg="add del mod">
          <ac:chgData name="Oho Prisca Gaëlle SOME" userId="3ee75cfe-21a4-4885-8f66-facaf9f022b7" providerId="ADAL" clId="{8B655393-81FA-4EEA-9160-C25AA5299976}" dt="2026-09-25T17:25:42.336" v="49"/>
          <ac:picMkLst>
            <pc:docMk/>
            <pc:sldMk cId="1929870074" sldId="264"/>
            <ac:picMk id="37" creationId="{46AC1BAE-DB82-F5D9-EE80-64BFDE174883}"/>
          </ac:picMkLst>
        </pc:picChg>
        <pc:picChg chg="add del mod ord">
          <ac:chgData name="Oho Prisca Gaëlle SOME" userId="3ee75cfe-21a4-4885-8f66-facaf9f022b7" providerId="ADAL" clId="{8B655393-81FA-4EEA-9160-C25AA5299976}" dt="2026-09-25T17:26:10.577" v="50"/>
          <ac:picMkLst>
            <pc:docMk/>
            <pc:sldMk cId="1929870074" sldId="264"/>
            <ac:picMk id="40" creationId="{ACC1631F-3805-CA27-1BDA-8A631508344E}"/>
          </ac:picMkLst>
        </pc:picChg>
        <pc:picChg chg="add del mod">
          <ac:chgData name="Oho Prisca Gaëlle SOME" userId="3ee75cfe-21a4-4885-8f66-facaf9f022b7" providerId="ADAL" clId="{8B655393-81FA-4EEA-9160-C25AA5299976}" dt="2026-09-25T17:26:13.924" v="51"/>
          <ac:picMkLst>
            <pc:docMk/>
            <pc:sldMk cId="1929870074" sldId="264"/>
            <ac:picMk id="41" creationId="{ACF361B8-6D47-286B-81BB-AF2AD830F8C2}"/>
          </ac:picMkLst>
        </pc:picChg>
        <pc:picChg chg="add del mod">
          <ac:chgData name="Oho Prisca Gaëlle SOME" userId="3ee75cfe-21a4-4885-8f66-facaf9f022b7" providerId="ADAL" clId="{8B655393-81FA-4EEA-9160-C25AA5299976}" dt="2026-09-25T17:28:55.808" v="53"/>
          <ac:picMkLst>
            <pc:docMk/>
            <pc:sldMk cId="1929870074" sldId="264"/>
            <ac:picMk id="46" creationId="{1A5154B6-5618-7C77-204A-B52D9DD841C7}"/>
          </ac:picMkLst>
        </pc:picChg>
        <pc:picChg chg="add del mod">
          <ac:chgData name="Oho Prisca Gaëlle SOME" userId="3ee75cfe-21a4-4885-8f66-facaf9f022b7" providerId="ADAL" clId="{8B655393-81FA-4EEA-9160-C25AA5299976}" dt="2026-09-25T17:32:30.849" v="55"/>
          <ac:picMkLst>
            <pc:docMk/>
            <pc:sldMk cId="1929870074" sldId="264"/>
            <ac:picMk id="51" creationId="{916F4B2B-5037-DF89-3BC2-DB7A9E3EB8F1}"/>
          </ac:picMkLst>
        </pc:picChg>
        <pc:picChg chg="add del mod">
          <ac:chgData name="Oho Prisca Gaëlle SOME" userId="3ee75cfe-21a4-4885-8f66-facaf9f022b7" providerId="ADAL" clId="{8B655393-81FA-4EEA-9160-C25AA5299976}" dt="2026-09-25T17:37:31.795" v="67"/>
          <ac:picMkLst>
            <pc:docMk/>
            <pc:sldMk cId="1929870074" sldId="264"/>
            <ac:picMk id="56" creationId="{57FCF8B0-5D19-9453-0669-57D062EA062F}"/>
          </ac:picMkLst>
        </pc:picChg>
        <pc:picChg chg="add del mod">
          <ac:chgData name="Oho Prisca Gaëlle SOME" userId="3ee75cfe-21a4-4885-8f66-facaf9f022b7" providerId="ADAL" clId="{8B655393-81FA-4EEA-9160-C25AA5299976}" dt="2026-09-25T17:40:31.136" v="69"/>
          <ac:picMkLst>
            <pc:docMk/>
            <pc:sldMk cId="1929870074" sldId="264"/>
            <ac:picMk id="61" creationId="{7E47D158-F739-E115-EAEE-43D7E3FB6DF3}"/>
          </ac:picMkLst>
        </pc:picChg>
        <pc:picChg chg="add del mod">
          <ac:chgData name="Oho Prisca Gaëlle SOME" userId="3ee75cfe-21a4-4885-8f66-facaf9f022b7" providerId="ADAL" clId="{8B655393-81FA-4EEA-9160-C25AA5299976}" dt="2026-09-25T17:45:31.269" v="74"/>
          <ac:picMkLst>
            <pc:docMk/>
            <pc:sldMk cId="1929870074" sldId="264"/>
            <ac:picMk id="66" creationId="{190A9473-D16A-663B-9D69-E6EB38280C52}"/>
          </ac:picMkLst>
        </pc:picChg>
        <pc:picChg chg="add mod">
          <ac:chgData name="Oho Prisca Gaëlle SOME" userId="3ee75cfe-21a4-4885-8f66-facaf9f022b7" providerId="ADAL" clId="{8B655393-81FA-4EEA-9160-C25AA5299976}" dt="2026-09-25T17:55:37.279" v="83"/>
          <ac:picMkLst>
            <pc:docMk/>
            <pc:sldMk cId="1929870074" sldId="264"/>
            <ac:picMk id="69" creationId="{76A0E5DF-F873-CAC0-4DDE-649B871B60AB}"/>
          </ac:picMkLst>
        </pc:picChg>
      </pc:sldChg>
      <pc:sldChg chg="del">
        <pc:chgData name="Oho Prisca Gaëlle SOME" userId="3ee75cfe-21a4-4885-8f66-facaf9f022b7" providerId="ADAL" clId="{8B655393-81FA-4EEA-9160-C25AA5299976}" dt="2026-09-25T16:05:52.743" v="16" actId="2696"/>
        <pc:sldMkLst>
          <pc:docMk/>
          <pc:sldMk cId="1543308391" sldId="265"/>
        </pc:sldMkLst>
      </pc:sldChg>
      <pc:sldMasterChg chg="modSldLayout">
        <pc:chgData name="Oho Prisca Gaëlle SOME" userId="3ee75cfe-21a4-4885-8f66-facaf9f022b7" providerId="ADAL" clId="{8B655393-81FA-4EEA-9160-C25AA5299976}" dt="2026-09-24T20:47:25.725" v="9"/>
        <pc:sldMasterMkLst>
          <pc:docMk/>
          <pc:sldMasterMk cId="43042741" sldId="2147483672"/>
        </pc:sldMasterMkLst>
        <pc:sldLayoutChg chg="addSp delSp">
          <pc:chgData name="Oho Prisca Gaëlle SOME" userId="3ee75cfe-21a4-4885-8f66-facaf9f022b7" providerId="ADAL" clId="{8B655393-81FA-4EEA-9160-C25AA5299976}" dt="2026-09-24T20:47:25.725" v="9"/>
          <pc:sldLayoutMkLst>
            <pc:docMk/>
            <pc:sldMasterMk cId="43042741" sldId="2147483672"/>
            <pc:sldLayoutMk cId="2352564943" sldId="2147483700"/>
          </pc:sldLayoutMkLst>
          <pc:spChg chg="add del">
            <ac:chgData name="Oho Prisca Gaëlle SOME" userId="3ee75cfe-21a4-4885-8f66-facaf9f022b7" providerId="ADAL" clId="{8B655393-81FA-4EEA-9160-C25AA5299976}" dt="2026-09-24T20:47:25.725" v="9"/>
            <ac:spMkLst>
              <pc:docMk/>
              <pc:sldMasterMk cId="43042741" sldId="2147483672"/>
              <pc:sldLayoutMk cId="2352564943" sldId="2147483700"/>
              <ac:spMk id="7" creationId="{00000000-0000-0000-0000-000000000000}"/>
            </ac:spMkLst>
          </pc:spChg>
          <pc:spChg chg="add del">
            <ac:chgData name="Oho Prisca Gaëlle SOME" userId="3ee75cfe-21a4-4885-8f66-facaf9f022b7" providerId="ADAL" clId="{8B655393-81FA-4EEA-9160-C25AA5299976}" dt="2026-09-24T20:47:25.725" v="9"/>
            <ac:spMkLst>
              <pc:docMk/>
              <pc:sldMasterMk cId="43042741" sldId="2147483672"/>
              <pc:sldLayoutMk cId="2352564943" sldId="2147483700"/>
              <ac:spMk id="9" creationId="{00000000-0000-0000-0000-000000000000}"/>
            </ac:spMkLst>
          </pc:spChg>
          <pc:spChg chg="add del">
            <ac:chgData name="Oho Prisca Gaëlle SOME" userId="3ee75cfe-21a4-4885-8f66-facaf9f022b7" providerId="ADAL" clId="{8B655393-81FA-4EEA-9160-C25AA5299976}" dt="2026-09-24T20:47:25.725" v="9"/>
            <ac:spMkLst>
              <pc:docMk/>
              <pc:sldMasterMk cId="43042741" sldId="2147483672"/>
              <pc:sldLayoutMk cId="2352564943" sldId="2147483700"/>
              <ac:spMk id="29" creationId="{00000000-0000-0000-0000-000000000000}"/>
            </ac:spMkLst>
          </pc:spChg>
        </pc:sldLayoutChg>
        <pc:sldLayoutChg chg="addSp delSp">
          <pc:chgData name="Oho Prisca Gaëlle SOME" userId="3ee75cfe-21a4-4885-8f66-facaf9f022b7" providerId="ADAL" clId="{8B655393-81FA-4EEA-9160-C25AA5299976}" dt="2026-09-24T20:47:25.725" v="9"/>
          <pc:sldLayoutMkLst>
            <pc:docMk/>
            <pc:sldMasterMk cId="43042741" sldId="2147483672"/>
            <pc:sldLayoutMk cId="895990651" sldId="2147483701"/>
          </pc:sldLayoutMkLst>
          <pc:spChg chg="add del">
            <ac:chgData name="Oho Prisca Gaëlle SOME" userId="3ee75cfe-21a4-4885-8f66-facaf9f022b7" providerId="ADAL" clId="{8B655393-81FA-4EEA-9160-C25AA5299976}" dt="2026-09-24T20:47:25.725" v="9"/>
            <ac:spMkLst>
              <pc:docMk/>
              <pc:sldMasterMk cId="43042741" sldId="2147483672"/>
              <pc:sldLayoutMk cId="895990651" sldId="2147483701"/>
              <ac:spMk id="10" creationId="{00000000-0000-0000-0000-000000000000}"/>
            </ac:spMkLst>
          </pc:spChg>
          <pc:spChg chg="add del">
            <ac:chgData name="Oho Prisca Gaëlle SOME" userId="3ee75cfe-21a4-4885-8f66-facaf9f022b7" providerId="ADAL" clId="{8B655393-81FA-4EEA-9160-C25AA5299976}" dt="2026-09-24T20:47:25.725" v="9"/>
            <ac:spMkLst>
              <pc:docMk/>
              <pc:sldMasterMk cId="43042741" sldId="2147483672"/>
              <pc:sldLayoutMk cId="895990651" sldId="2147483701"/>
              <ac:spMk id="26" creationId="{00000000-0000-0000-0000-000000000000}"/>
            </ac:spMkLst>
          </pc:spChg>
          <pc:spChg chg="add del">
            <ac:chgData name="Oho Prisca Gaëlle SOME" userId="3ee75cfe-21a4-4885-8f66-facaf9f022b7" providerId="ADAL" clId="{8B655393-81FA-4EEA-9160-C25AA5299976}" dt="2026-09-24T20:47:25.725" v="9"/>
            <ac:spMkLst>
              <pc:docMk/>
              <pc:sldMasterMk cId="43042741" sldId="2147483672"/>
              <pc:sldLayoutMk cId="895990651" sldId="2147483701"/>
              <ac:spMk id="27" creationId="{00000000-0000-0000-0000-000000000000}"/>
            </ac:spMkLst>
          </pc:spChg>
        </pc:sldLayoutChg>
      </pc:sldMasterChg>
      <pc:sldMasterChg chg="modSldLayout">
        <pc:chgData name="Oho Prisca Gaëlle SOME" userId="3ee75cfe-21a4-4885-8f66-facaf9f022b7" providerId="ADAL" clId="{8B655393-81FA-4EEA-9160-C25AA5299976}" dt="2026-09-24T19:43:47.493" v="2"/>
        <pc:sldMasterMkLst>
          <pc:docMk/>
          <pc:sldMasterMk cId="3837219470" sldId="2147483702"/>
        </pc:sldMasterMkLst>
        <pc:sldLayoutChg chg="addSp delSp">
          <pc:chgData name="Oho Prisca Gaëlle SOME" userId="3ee75cfe-21a4-4885-8f66-facaf9f022b7" providerId="ADAL" clId="{8B655393-81FA-4EEA-9160-C25AA5299976}" dt="2026-09-24T19:43:47.493" v="2"/>
          <pc:sldLayoutMkLst>
            <pc:docMk/>
            <pc:sldMasterMk cId="3837219470" sldId="2147483702"/>
            <pc:sldLayoutMk cId="679362022" sldId="2147483730"/>
          </pc:sldLayoutMkLst>
          <pc:spChg chg="add del">
            <ac:chgData name="Oho Prisca Gaëlle SOME" userId="3ee75cfe-21a4-4885-8f66-facaf9f022b7" providerId="ADAL" clId="{8B655393-81FA-4EEA-9160-C25AA5299976}" dt="2026-09-24T19:43:47.493" v="2"/>
            <ac:spMkLst>
              <pc:docMk/>
              <pc:sldMasterMk cId="3837219470" sldId="2147483702"/>
              <pc:sldLayoutMk cId="679362022" sldId="2147483730"/>
              <ac:spMk id="7" creationId="{00000000-0000-0000-0000-000000000000}"/>
            </ac:spMkLst>
          </pc:spChg>
          <pc:spChg chg="add del">
            <ac:chgData name="Oho Prisca Gaëlle SOME" userId="3ee75cfe-21a4-4885-8f66-facaf9f022b7" providerId="ADAL" clId="{8B655393-81FA-4EEA-9160-C25AA5299976}" dt="2026-09-24T19:43:47.493" v="2"/>
            <ac:spMkLst>
              <pc:docMk/>
              <pc:sldMasterMk cId="3837219470" sldId="2147483702"/>
              <pc:sldLayoutMk cId="679362022" sldId="2147483730"/>
              <ac:spMk id="9" creationId="{00000000-0000-0000-0000-000000000000}"/>
            </ac:spMkLst>
          </pc:spChg>
          <pc:spChg chg="add del">
            <ac:chgData name="Oho Prisca Gaëlle SOME" userId="3ee75cfe-21a4-4885-8f66-facaf9f022b7" providerId="ADAL" clId="{8B655393-81FA-4EEA-9160-C25AA5299976}" dt="2026-09-24T19:43:47.493" v="2"/>
            <ac:spMkLst>
              <pc:docMk/>
              <pc:sldMasterMk cId="3837219470" sldId="2147483702"/>
              <pc:sldLayoutMk cId="679362022" sldId="2147483730"/>
              <ac:spMk id="29" creationId="{00000000-0000-0000-0000-000000000000}"/>
            </ac:spMkLst>
          </pc:spChg>
        </pc:sldLayoutChg>
        <pc:sldLayoutChg chg="addSp delSp">
          <pc:chgData name="Oho Prisca Gaëlle SOME" userId="3ee75cfe-21a4-4885-8f66-facaf9f022b7" providerId="ADAL" clId="{8B655393-81FA-4EEA-9160-C25AA5299976}" dt="2026-09-24T19:43:47.493" v="2"/>
          <pc:sldLayoutMkLst>
            <pc:docMk/>
            <pc:sldMasterMk cId="3837219470" sldId="2147483702"/>
            <pc:sldLayoutMk cId="1608587186" sldId="2147483731"/>
          </pc:sldLayoutMkLst>
          <pc:spChg chg="add del">
            <ac:chgData name="Oho Prisca Gaëlle SOME" userId="3ee75cfe-21a4-4885-8f66-facaf9f022b7" providerId="ADAL" clId="{8B655393-81FA-4EEA-9160-C25AA5299976}" dt="2026-09-24T19:43:47.493" v="2"/>
            <ac:spMkLst>
              <pc:docMk/>
              <pc:sldMasterMk cId="3837219470" sldId="2147483702"/>
              <pc:sldLayoutMk cId="1608587186" sldId="2147483731"/>
              <ac:spMk id="10" creationId="{00000000-0000-0000-0000-000000000000}"/>
            </ac:spMkLst>
          </pc:spChg>
          <pc:spChg chg="add del">
            <ac:chgData name="Oho Prisca Gaëlle SOME" userId="3ee75cfe-21a4-4885-8f66-facaf9f022b7" providerId="ADAL" clId="{8B655393-81FA-4EEA-9160-C25AA5299976}" dt="2026-09-24T19:43:47.493" v="2"/>
            <ac:spMkLst>
              <pc:docMk/>
              <pc:sldMasterMk cId="3837219470" sldId="2147483702"/>
              <pc:sldLayoutMk cId="1608587186" sldId="2147483731"/>
              <ac:spMk id="26" creationId="{00000000-0000-0000-0000-000000000000}"/>
            </ac:spMkLst>
          </pc:spChg>
          <pc:spChg chg="add del">
            <ac:chgData name="Oho Prisca Gaëlle SOME" userId="3ee75cfe-21a4-4885-8f66-facaf9f022b7" providerId="ADAL" clId="{8B655393-81FA-4EEA-9160-C25AA5299976}" dt="2026-09-24T19:43:47.493" v="2"/>
            <ac:spMkLst>
              <pc:docMk/>
              <pc:sldMasterMk cId="3837219470" sldId="2147483702"/>
              <pc:sldLayoutMk cId="1608587186" sldId="2147483731"/>
              <ac:spMk id="27" creationId="{00000000-0000-0000-0000-000000000000}"/>
            </ac:spMkLst>
          </pc:spChg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ACE5A1-F241-4872-B4C4-072EF1B3574F}" type="doc">
      <dgm:prSet loTypeId="urn:microsoft.com/office/officeart/2018/5/layout/IconCircleLabelList" loCatId="icon" qsTypeId="urn:microsoft.com/office/officeart/2005/8/quickstyle/simple1#60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BBF9A4B-F9A6-468D-A674-F1E4627ACB5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b="1"/>
            <a:t>Rappels à mi-chemin</a:t>
          </a:r>
          <a:r>
            <a:rPr lang="fr-FR"/>
            <a:t> pour les réservations &gt; 30 j</a:t>
          </a:r>
          <a:endParaRPr lang="en-US"/>
        </a:p>
      </dgm:t>
    </dgm:pt>
    <dgm:pt modelId="{481BB334-290B-4BAC-AE7D-A200B019BF9E}" type="parTrans" cxnId="{86844721-0EC0-468A-A0BA-0B205A61785D}">
      <dgm:prSet/>
      <dgm:spPr/>
      <dgm:t>
        <a:bodyPr/>
        <a:lstStyle/>
        <a:p>
          <a:endParaRPr lang="en-US"/>
        </a:p>
      </dgm:t>
    </dgm:pt>
    <dgm:pt modelId="{2FE6DBBD-D03C-479B-BA38-1104868DB09E}" type="sibTrans" cxnId="{86844721-0EC0-468A-A0BA-0B205A61785D}">
      <dgm:prSet/>
      <dgm:spPr/>
      <dgm:t>
        <a:bodyPr/>
        <a:lstStyle/>
        <a:p>
          <a:endParaRPr lang="en-US"/>
        </a:p>
      </dgm:t>
    </dgm:pt>
    <dgm:pt modelId="{EDB237D9-FADD-4F5C-B465-DBD7D6D5B39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b="1"/>
            <a:t>Suivi prioritaire</a:t>
          </a:r>
          <a:r>
            <a:rPr lang="fr-FR"/>
            <a:t> des patients récidivistes</a:t>
          </a:r>
          <a:endParaRPr lang="en-US"/>
        </a:p>
      </dgm:t>
    </dgm:pt>
    <dgm:pt modelId="{DFE228FD-21A7-4941-9B59-45F9D6183A7C}" type="parTrans" cxnId="{02913513-7C25-4965-BBA0-D9CDE49580B8}">
      <dgm:prSet/>
      <dgm:spPr/>
      <dgm:t>
        <a:bodyPr/>
        <a:lstStyle/>
        <a:p>
          <a:endParaRPr lang="en-US"/>
        </a:p>
      </dgm:t>
    </dgm:pt>
    <dgm:pt modelId="{E9AB769A-3D84-45D4-8326-E46EED4AAE8B}" type="sibTrans" cxnId="{02913513-7C25-4965-BBA0-D9CDE49580B8}">
      <dgm:prSet/>
      <dgm:spPr/>
      <dgm:t>
        <a:bodyPr/>
        <a:lstStyle/>
        <a:p>
          <a:endParaRPr lang="en-US"/>
        </a:p>
      </dgm:t>
    </dgm:pt>
    <dgm:pt modelId="{6C69EFC4-A3D9-4DB4-A522-31C3054B8DE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b="1"/>
            <a:t>Confirmation ciblée</a:t>
          </a:r>
          <a:r>
            <a:rPr lang="fr-FR"/>
            <a:t> dimanche + vendredi soir</a:t>
          </a:r>
          <a:endParaRPr lang="en-US"/>
        </a:p>
      </dgm:t>
    </dgm:pt>
    <dgm:pt modelId="{E044C77B-0D4B-4C86-ACF9-DA5A88D4BFE2}" type="parTrans" cxnId="{9E0DDC93-3FD7-4E80-A622-1E698E9BD950}">
      <dgm:prSet/>
      <dgm:spPr/>
      <dgm:t>
        <a:bodyPr/>
        <a:lstStyle/>
        <a:p>
          <a:endParaRPr lang="en-US"/>
        </a:p>
      </dgm:t>
    </dgm:pt>
    <dgm:pt modelId="{838E6051-0B53-4C88-8043-7666E26B3303}" type="sibTrans" cxnId="{9E0DDC93-3FD7-4E80-A622-1E698E9BD950}">
      <dgm:prSet/>
      <dgm:spPr/>
      <dgm:t>
        <a:bodyPr/>
        <a:lstStyle/>
        <a:p>
          <a:endParaRPr lang="en-US"/>
        </a:p>
      </dgm:t>
    </dgm:pt>
    <dgm:pt modelId="{21014EF1-F05E-4F4B-81EF-3D34D000C14F}" type="pres">
      <dgm:prSet presAssocID="{7FACE5A1-F241-4872-B4C4-072EF1B3574F}" presName="root" presStyleCnt="0">
        <dgm:presLayoutVars>
          <dgm:dir/>
          <dgm:resizeHandles val="exact"/>
        </dgm:presLayoutVars>
      </dgm:prSet>
      <dgm:spPr/>
    </dgm:pt>
    <dgm:pt modelId="{CC17CC1F-0A2D-4CA6-A92D-F8C02AAEBBA1}" type="pres">
      <dgm:prSet presAssocID="{1BBF9A4B-F9A6-468D-A674-F1E4627ACB5B}" presName="compNode" presStyleCnt="0"/>
      <dgm:spPr/>
    </dgm:pt>
    <dgm:pt modelId="{89C2E3FF-BBD2-4EDB-994F-83FB959EF849}" type="pres">
      <dgm:prSet presAssocID="{1BBF9A4B-F9A6-468D-A674-F1E4627ACB5B}" presName="iconBgRect" presStyleLbl="bgShp" presStyleIdx="0" presStyleCnt="3"/>
      <dgm:spPr/>
    </dgm:pt>
    <dgm:pt modelId="{F6D03491-415A-4FCE-9263-2A845608F9AC}" type="pres">
      <dgm:prSet presAssocID="{1BBF9A4B-F9A6-468D-A674-F1E4627ACB5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BE36015D-0498-4FE2-8701-FBA0CD206719}" type="pres">
      <dgm:prSet presAssocID="{1BBF9A4B-F9A6-468D-A674-F1E4627ACB5B}" presName="spaceRect" presStyleCnt="0"/>
      <dgm:spPr/>
    </dgm:pt>
    <dgm:pt modelId="{381AAE33-8F00-4ABF-99D4-B7870D2F247B}" type="pres">
      <dgm:prSet presAssocID="{1BBF9A4B-F9A6-468D-A674-F1E4627ACB5B}" presName="textRect" presStyleLbl="revTx" presStyleIdx="0" presStyleCnt="3">
        <dgm:presLayoutVars>
          <dgm:chMax val="1"/>
          <dgm:chPref val="1"/>
        </dgm:presLayoutVars>
      </dgm:prSet>
      <dgm:spPr/>
    </dgm:pt>
    <dgm:pt modelId="{2E43BC93-7A68-4550-9F29-F702ACBB401E}" type="pres">
      <dgm:prSet presAssocID="{2FE6DBBD-D03C-479B-BA38-1104868DB09E}" presName="sibTrans" presStyleCnt="0"/>
      <dgm:spPr/>
    </dgm:pt>
    <dgm:pt modelId="{23E11446-6964-4BD0-8160-B4D914736A07}" type="pres">
      <dgm:prSet presAssocID="{EDB237D9-FADD-4F5C-B465-DBD7D6D5B39E}" presName="compNode" presStyleCnt="0"/>
      <dgm:spPr/>
    </dgm:pt>
    <dgm:pt modelId="{1128A538-68BE-4967-A847-B42D4A2A214E}" type="pres">
      <dgm:prSet presAssocID="{EDB237D9-FADD-4F5C-B465-DBD7D6D5B39E}" presName="iconBgRect" presStyleLbl="bgShp" presStyleIdx="1" presStyleCnt="3"/>
      <dgm:spPr/>
    </dgm:pt>
    <dgm:pt modelId="{F489F31F-DD8F-4FB7-BF0E-90701CAE3E6A}" type="pres">
      <dgm:prSet presAssocID="{EDB237D9-FADD-4F5C-B465-DBD7D6D5B39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A6BA28C2-EA2E-4D21-B29C-BE62461488F1}" type="pres">
      <dgm:prSet presAssocID="{EDB237D9-FADD-4F5C-B465-DBD7D6D5B39E}" presName="spaceRect" presStyleCnt="0"/>
      <dgm:spPr/>
    </dgm:pt>
    <dgm:pt modelId="{EF7BE2D1-E3A5-4E62-ADBF-574B13D39946}" type="pres">
      <dgm:prSet presAssocID="{EDB237D9-FADD-4F5C-B465-DBD7D6D5B39E}" presName="textRect" presStyleLbl="revTx" presStyleIdx="1" presStyleCnt="3">
        <dgm:presLayoutVars>
          <dgm:chMax val="1"/>
          <dgm:chPref val="1"/>
        </dgm:presLayoutVars>
      </dgm:prSet>
      <dgm:spPr/>
    </dgm:pt>
    <dgm:pt modelId="{F265C3A2-16F7-4D49-B8D9-D04047EAB7BF}" type="pres">
      <dgm:prSet presAssocID="{E9AB769A-3D84-45D4-8326-E46EED4AAE8B}" presName="sibTrans" presStyleCnt="0"/>
      <dgm:spPr/>
    </dgm:pt>
    <dgm:pt modelId="{1C88736C-A448-4153-BDA2-ED311B761CFA}" type="pres">
      <dgm:prSet presAssocID="{6C69EFC4-A3D9-4DB4-A522-31C3054B8DE9}" presName="compNode" presStyleCnt="0"/>
      <dgm:spPr/>
    </dgm:pt>
    <dgm:pt modelId="{20D1389C-5289-4D1B-9795-6299CE4E964F}" type="pres">
      <dgm:prSet presAssocID="{6C69EFC4-A3D9-4DB4-A522-31C3054B8DE9}" presName="iconBgRect" presStyleLbl="bgShp" presStyleIdx="2" presStyleCnt="3"/>
      <dgm:spPr/>
    </dgm:pt>
    <dgm:pt modelId="{40BD7F13-3FCC-4076-9AFB-B08830D478FF}" type="pres">
      <dgm:prSet presAssocID="{6C69EFC4-A3D9-4DB4-A522-31C3054B8DE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ABDF294D-F838-42FD-9134-E27C739BA616}" type="pres">
      <dgm:prSet presAssocID="{6C69EFC4-A3D9-4DB4-A522-31C3054B8DE9}" presName="spaceRect" presStyleCnt="0"/>
      <dgm:spPr/>
    </dgm:pt>
    <dgm:pt modelId="{6BC190AE-753E-42E9-98F8-288A9E97D9F9}" type="pres">
      <dgm:prSet presAssocID="{6C69EFC4-A3D9-4DB4-A522-31C3054B8DE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3FF7303-0D1D-46DE-9E18-A24548CFA098}" type="presOf" srcId="{6C69EFC4-A3D9-4DB4-A522-31C3054B8DE9}" destId="{6BC190AE-753E-42E9-98F8-288A9E97D9F9}" srcOrd="0" destOrd="0" presId="urn:microsoft.com/office/officeart/2018/5/layout/IconCircleLabelList"/>
    <dgm:cxn modelId="{02913513-7C25-4965-BBA0-D9CDE49580B8}" srcId="{7FACE5A1-F241-4872-B4C4-072EF1B3574F}" destId="{EDB237D9-FADD-4F5C-B465-DBD7D6D5B39E}" srcOrd="1" destOrd="0" parTransId="{DFE228FD-21A7-4941-9B59-45F9D6183A7C}" sibTransId="{E9AB769A-3D84-45D4-8326-E46EED4AAE8B}"/>
    <dgm:cxn modelId="{86844721-0EC0-468A-A0BA-0B205A61785D}" srcId="{7FACE5A1-F241-4872-B4C4-072EF1B3574F}" destId="{1BBF9A4B-F9A6-468D-A674-F1E4627ACB5B}" srcOrd="0" destOrd="0" parTransId="{481BB334-290B-4BAC-AE7D-A200B019BF9E}" sibTransId="{2FE6DBBD-D03C-479B-BA38-1104868DB09E}"/>
    <dgm:cxn modelId="{7A255565-BD5C-492C-A72F-D7045BB383A1}" type="presOf" srcId="{7FACE5A1-F241-4872-B4C4-072EF1B3574F}" destId="{21014EF1-F05E-4F4B-81EF-3D34D000C14F}" srcOrd="0" destOrd="0" presId="urn:microsoft.com/office/officeart/2018/5/layout/IconCircleLabelList"/>
    <dgm:cxn modelId="{9E0DDC93-3FD7-4E80-A622-1E698E9BD950}" srcId="{7FACE5A1-F241-4872-B4C4-072EF1B3574F}" destId="{6C69EFC4-A3D9-4DB4-A522-31C3054B8DE9}" srcOrd="2" destOrd="0" parTransId="{E044C77B-0D4B-4C86-ACF9-DA5A88D4BFE2}" sibTransId="{838E6051-0B53-4C88-8043-7666E26B3303}"/>
    <dgm:cxn modelId="{621FF0A0-710B-497B-AA30-0762DB82D0FC}" type="presOf" srcId="{EDB237D9-FADD-4F5C-B465-DBD7D6D5B39E}" destId="{EF7BE2D1-E3A5-4E62-ADBF-574B13D39946}" srcOrd="0" destOrd="0" presId="urn:microsoft.com/office/officeart/2018/5/layout/IconCircleLabelList"/>
    <dgm:cxn modelId="{6BB0D6BE-DC6D-4CC0-8483-85352CE1327A}" type="presOf" srcId="{1BBF9A4B-F9A6-468D-A674-F1E4627ACB5B}" destId="{381AAE33-8F00-4ABF-99D4-B7870D2F247B}" srcOrd="0" destOrd="0" presId="urn:microsoft.com/office/officeart/2018/5/layout/IconCircleLabelList"/>
    <dgm:cxn modelId="{94A30DBE-2D8A-4396-BCA6-7036A9E6E82A}" type="presParOf" srcId="{21014EF1-F05E-4F4B-81EF-3D34D000C14F}" destId="{CC17CC1F-0A2D-4CA6-A92D-F8C02AAEBBA1}" srcOrd="0" destOrd="0" presId="urn:microsoft.com/office/officeart/2018/5/layout/IconCircleLabelList"/>
    <dgm:cxn modelId="{9C72DA6B-5352-4412-BA41-4362CD3768DF}" type="presParOf" srcId="{CC17CC1F-0A2D-4CA6-A92D-F8C02AAEBBA1}" destId="{89C2E3FF-BBD2-4EDB-994F-83FB959EF849}" srcOrd="0" destOrd="0" presId="urn:microsoft.com/office/officeart/2018/5/layout/IconCircleLabelList"/>
    <dgm:cxn modelId="{AA0BF064-9C50-4A14-851A-8D57F8880D7D}" type="presParOf" srcId="{CC17CC1F-0A2D-4CA6-A92D-F8C02AAEBBA1}" destId="{F6D03491-415A-4FCE-9263-2A845608F9AC}" srcOrd="1" destOrd="0" presId="urn:microsoft.com/office/officeart/2018/5/layout/IconCircleLabelList"/>
    <dgm:cxn modelId="{3B5812B8-F8DA-401B-BAF6-464A16AC522F}" type="presParOf" srcId="{CC17CC1F-0A2D-4CA6-A92D-F8C02AAEBBA1}" destId="{BE36015D-0498-4FE2-8701-FBA0CD206719}" srcOrd="2" destOrd="0" presId="urn:microsoft.com/office/officeart/2018/5/layout/IconCircleLabelList"/>
    <dgm:cxn modelId="{83CA8949-00A9-4F01-93AC-73AE456A6F45}" type="presParOf" srcId="{CC17CC1F-0A2D-4CA6-A92D-F8C02AAEBBA1}" destId="{381AAE33-8F00-4ABF-99D4-B7870D2F247B}" srcOrd="3" destOrd="0" presId="urn:microsoft.com/office/officeart/2018/5/layout/IconCircleLabelList"/>
    <dgm:cxn modelId="{51FBC355-1570-4032-BF33-8EA5B977FE5E}" type="presParOf" srcId="{21014EF1-F05E-4F4B-81EF-3D34D000C14F}" destId="{2E43BC93-7A68-4550-9F29-F702ACBB401E}" srcOrd="1" destOrd="0" presId="urn:microsoft.com/office/officeart/2018/5/layout/IconCircleLabelList"/>
    <dgm:cxn modelId="{F96B7D7B-DBF9-4B34-AA82-99E72FA4F447}" type="presParOf" srcId="{21014EF1-F05E-4F4B-81EF-3D34D000C14F}" destId="{23E11446-6964-4BD0-8160-B4D914736A07}" srcOrd="2" destOrd="0" presId="urn:microsoft.com/office/officeart/2018/5/layout/IconCircleLabelList"/>
    <dgm:cxn modelId="{F7F37C38-993B-49D7-823C-2BAE9275E76F}" type="presParOf" srcId="{23E11446-6964-4BD0-8160-B4D914736A07}" destId="{1128A538-68BE-4967-A847-B42D4A2A214E}" srcOrd="0" destOrd="0" presId="urn:microsoft.com/office/officeart/2018/5/layout/IconCircleLabelList"/>
    <dgm:cxn modelId="{0E4B4CC4-C371-4EC8-B6B8-19841628ACD0}" type="presParOf" srcId="{23E11446-6964-4BD0-8160-B4D914736A07}" destId="{F489F31F-DD8F-4FB7-BF0E-90701CAE3E6A}" srcOrd="1" destOrd="0" presId="urn:microsoft.com/office/officeart/2018/5/layout/IconCircleLabelList"/>
    <dgm:cxn modelId="{EC1A6960-3815-40BD-A88D-0369A3D583B1}" type="presParOf" srcId="{23E11446-6964-4BD0-8160-B4D914736A07}" destId="{A6BA28C2-EA2E-4D21-B29C-BE62461488F1}" srcOrd="2" destOrd="0" presId="urn:microsoft.com/office/officeart/2018/5/layout/IconCircleLabelList"/>
    <dgm:cxn modelId="{CAD15D14-7AF0-420E-A9EC-4245BC569DAC}" type="presParOf" srcId="{23E11446-6964-4BD0-8160-B4D914736A07}" destId="{EF7BE2D1-E3A5-4E62-ADBF-574B13D39946}" srcOrd="3" destOrd="0" presId="urn:microsoft.com/office/officeart/2018/5/layout/IconCircleLabelList"/>
    <dgm:cxn modelId="{D513EC3E-17CC-485F-8C81-18AF3F418EAD}" type="presParOf" srcId="{21014EF1-F05E-4F4B-81EF-3D34D000C14F}" destId="{F265C3A2-16F7-4D49-B8D9-D04047EAB7BF}" srcOrd="3" destOrd="0" presId="urn:microsoft.com/office/officeart/2018/5/layout/IconCircleLabelList"/>
    <dgm:cxn modelId="{CBF8FD1D-169D-4EC7-9539-FAC413F5138A}" type="presParOf" srcId="{21014EF1-F05E-4F4B-81EF-3D34D000C14F}" destId="{1C88736C-A448-4153-BDA2-ED311B761CFA}" srcOrd="4" destOrd="0" presId="urn:microsoft.com/office/officeart/2018/5/layout/IconCircleLabelList"/>
    <dgm:cxn modelId="{1148E111-CC2A-4625-B66A-4B4018DA220B}" type="presParOf" srcId="{1C88736C-A448-4153-BDA2-ED311B761CFA}" destId="{20D1389C-5289-4D1B-9795-6299CE4E964F}" srcOrd="0" destOrd="0" presId="urn:microsoft.com/office/officeart/2018/5/layout/IconCircleLabelList"/>
    <dgm:cxn modelId="{E49FDD57-31D0-40E7-A4FC-444247735A39}" type="presParOf" srcId="{1C88736C-A448-4153-BDA2-ED311B761CFA}" destId="{40BD7F13-3FCC-4076-9AFB-B08830D478FF}" srcOrd="1" destOrd="0" presId="urn:microsoft.com/office/officeart/2018/5/layout/IconCircleLabelList"/>
    <dgm:cxn modelId="{43D52E22-BE09-4B8D-9C96-AD9F37424A36}" type="presParOf" srcId="{1C88736C-A448-4153-BDA2-ED311B761CFA}" destId="{ABDF294D-F838-42FD-9134-E27C739BA616}" srcOrd="2" destOrd="0" presId="urn:microsoft.com/office/officeart/2018/5/layout/IconCircleLabelList"/>
    <dgm:cxn modelId="{FBD1657D-9210-4F74-AD05-C2E4C712A4E5}" type="presParOf" srcId="{1C88736C-A448-4153-BDA2-ED311B761CFA}" destId="{6BC190AE-753E-42E9-98F8-288A9E97D9F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C2E3FF-BBD2-4EDB-994F-83FB959EF849}">
      <dsp:nvSpPr>
        <dsp:cNvPr id="0" name=""/>
        <dsp:cNvSpPr/>
      </dsp:nvSpPr>
      <dsp:spPr>
        <a:xfrm>
          <a:off x="679050" y="578168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D03491-415A-4FCE-9263-2A845608F9AC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AAE33-8F00-4ABF-99D4-B7870D2F247B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800" b="1" kern="1200"/>
            <a:t>Rappels à mi-chemin</a:t>
          </a:r>
          <a:r>
            <a:rPr lang="fr-FR" sz="1800" kern="1200"/>
            <a:t> pour les réservations &gt; 30 j</a:t>
          </a:r>
          <a:endParaRPr lang="en-US" sz="1800" kern="1200"/>
        </a:p>
      </dsp:txBody>
      <dsp:txXfrm>
        <a:off x="75768" y="3053169"/>
        <a:ext cx="3093750" cy="720000"/>
      </dsp:txXfrm>
    </dsp:sp>
    <dsp:sp modelId="{1128A538-68BE-4967-A847-B42D4A2A214E}">
      <dsp:nvSpPr>
        <dsp:cNvPr id="0" name=""/>
        <dsp:cNvSpPr/>
      </dsp:nvSpPr>
      <dsp:spPr>
        <a:xfrm>
          <a:off x="4314206" y="578168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89F31F-DD8F-4FB7-BF0E-90701CAE3E6A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BE2D1-E3A5-4E62-ADBF-574B13D39946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800" b="1" kern="1200"/>
            <a:t>Suivi prioritaire</a:t>
          </a:r>
          <a:r>
            <a:rPr lang="fr-FR" sz="1800" kern="1200"/>
            <a:t> des patients récidivistes</a:t>
          </a:r>
          <a:endParaRPr lang="en-US" sz="1800" kern="1200"/>
        </a:p>
      </dsp:txBody>
      <dsp:txXfrm>
        <a:off x="3710925" y="3053169"/>
        <a:ext cx="3093750" cy="720000"/>
      </dsp:txXfrm>
    </dsp:sp>
    <dsp:sp modelId="{20D1389C-5289-4D1B-9795-6299CE4E964F}">
      <dsp:nvSpPr>
        <dsp:cNvPr id="0" name=""/>
        <dsp:cNvSpPr/>
      </dsp:nvSpPr>
      <dsp:spPr>
        <a:xfrm>
          <a:off x="7949362" y="578168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BD7F13-3FCC-4076-9AFB-B08830D478FF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190AE-753E-42E9-98F8-288A9E97D9F9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800" b="1" kern="1200"/>
            <a:t>Confirmation ciblée</a:t>
          </a:r>
          <a:r>
            <a:rPr lang="fr-FR" sz="1800" kern="1200"/>
            <a:t> dimanche + vendredi soir</a:t>
          </a:r>
          <a:endParaRPr lang="en-US" sz="1800" kern="1200"/>
        </a:p>
      </dsp:txBody>
      <dsp:txXfrm>
        <a:off x="7346081" y="3053169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6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CCD37-B1A7-4229-9CFE-B3FF4CD347C6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43A5A-B5D2-457F-8CB6-BE2F355634D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21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43A5A-B5D2-457F-8CB6-BE2F355634D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0887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43A5A-B5D2-457F-8CB6-BE2F355634D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54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43A5A-B5D2-457F-8CB6-BE2F355634D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5444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63D846-FAD6-03EA-89EC-3AE29DE3D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2E04A6F-82EC-B98D-77F9-F495F9610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7BB468-A5D6-BD0E-A06C-C39D126E2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2790-C78B-4495-BA80-917E44E428D0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0BC276-6E44-4E28-61BF-E1258371F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800307-52C1-1878-DA78-791FA312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78BF-DB5A-4CBC-8569-7015C946AD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254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3A656A-7C12-EBB5-10E8-1E78886D1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324D2B-E750-001E-C9BE-91A25CFD2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8FA0F8-41C2-1F77-FD14-F3DB6CE43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2790-C78B-4495-BA80-917E44E428D0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489154-9661-1171-249D-254E8C1A6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391301-9442-157B-D100-11C92E931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78BF-DB5A-4CBC-8569-7015C946AD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702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018351-C19E-F659-1FFD-1F129D1CE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43EB8B-BCBC-60F1-7309-2174E6600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E7CA8C-A7E2-9C2E-A9CA-B79042C56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2790-C78B-4495-BA80-917E44E428D0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C6DBA9-F9B6-5666-BD3E-6ED8C6C36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D24AD7-D62E-2FD3-D669-A0798BB4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78BF-DB5A-4CBC-8569-7015C946AD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42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EC262-823A-3AA0-313A-66458FE7A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8B95DC-A6C0-9AA7-400E-48BC9AC1C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A3512A0-753C-6145-C02C-16C789501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735770-5DFC-19A5-35EF-F8F04BB6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2790-C78B-4495-BA80-917E44E428D0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06A755-7F60-84FC-2EDA-9EAFF8488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86A8C2-ECE6-DC80-A520-70381782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78BF-DB5A-4CBC-8569-7015C946AD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298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B7964B-526D-3C45-58C4-E1A742125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06B849-2CA0-36DB-BFCD-EE5A6CB23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EC7914-63B6-E858-36FC-B369EFE07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4C7740D-54B7-2BA0-693D-036E3680A0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4AF5D7-499D-6371-1BA3-EA771AE52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7544878-621D-13F8-0A62-222B42AF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2790-C78B-4495-BA80-917E44E428D0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869C91A-2A36-C22A-0064-24A0880F7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26E708B-9FAE-98F8-657B-F2E08892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78BF-DB5A-4CBC-8569-7015C946AD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35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B33687-E011-C849-5A89-5F97F8312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69E4152-7721-B244-7D3B-572B0E8D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2790-C78B-4495-BA80-917E44E428D0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E4DDA67-BC5F-EA41-A027-FCC3C6030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517729A-FDB4-019E-2EB2-A371C7CF1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78BF-DB5A-4CBC-8569-7015C946AD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58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F234F08-A1F0-200C-BB22-9B064C085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2790-C78B-4495-BA80-917E44E428D0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8392B1-5F76-D4A9-AAA7-A9B71252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40AE2E-5747-1216-BBB4-89C73F9A8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78BF-DB5A-4CBC-8569-7015C946AD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5252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E8C57D-B512-656D-51F7-E88CBEC13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1B3936-3094-281F-F0F6-C131AF331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253AE6-FC7D-E29B-8E19-3F399F520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2C8273-ECB1-95E2-972D-296BD4B98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2790-C78B-4495-BA80-917E44E428D0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B03F24-86A5-DA50-FE56-BB71FB03E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E0E1B9-258B-6606-5E96-B7CD8A58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78BF-DB5A-4CBC-8569-7015C946AD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132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D775E7-B380-768B-7743-FAFA19403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69B76B5-4BFC-FEEB-B6DF-7E38A36114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4D8FFC-DEA1-F249-D959-98F7ED4F4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BEF9B4-19D3-5798-6BA1-388DA1AB3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2790-C78B-4495-BA80-917E44E428D0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8CC851-0271-9AB9-F258-9F10A9AF6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62DFEC6-0428-D234-AFAE-55F011D6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78BF-DB5A-4CBC-8569-7015C946AD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960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F951B-A2A3-3BB2-87BC-F9648783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460C7CB-C6D5-B882-75BD-3797FC787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8F71C6-8851-C865-F1DD-B206FA246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2790-C78B-4495-BA80-917E44E428D0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3DB9C7-3326-FACA-17EC-6AFF9953A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1409CB-81DC-AAF1-BC8A-2CEF0433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78BF-DB5A-4CBC-8569-7015C946AD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5418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F5DC479-C15F-C7C7-A5FB-82120B313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EE19DBC-E8F9-51CE-B217-FFC4B6B00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51E2E9-ED82-692F-22E9-D882E1AB5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2790-C78B-4495-BA80-917E44E428D0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88AF1F-D879-14CC-7310-E1C7B0DE8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2E483F-7064-4B31-D4DF-55D18704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78BF-DB5A-4CBC-8569-7015C946AD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42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1597CA2-E814-8D82-16FE-50B08C0D5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CF0C50-7761-1B22-FC08-CB7D08F51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C1AEC6-AEC3-EF04-7BD9-8989825AF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72790-C78B-4495-BA80-917E44E428D0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F70975-F5A8-5084-C515-344FA8FAA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CDD6CE-039B-2082-22CE-A341A3479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678BF-DB5A-4CBC-8569-7015C946AD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63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7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2B0F112-5FDA-38E7-2B9F-970CB2936AFE}"/>
              </a:ext>
            </a:extLst>
          </p:cNvPr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0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 HealthConnect — Présentation finale</a:t>
            </a: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2EEAD35-B260-2352-CC4D-7B43CE587978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SOME Oho Prisca Gaelle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Track Data Analytics · AnalystLab Africa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Projet : réduire les rendez-vous manqués d'une clinique fictive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5" name="Audio 124">
            <a:hlinkClick r:id="" action="ppaction://media"/>
            <a:extLst>
              <a:ext uri="{FF2B5EF4-FFF2-40B4-BE49-F238E27FC236}">
                <a16:creationId xmlns:a16="http://schemas.microsoft.com/office/drawing/2014/main" id="{2A8F0DB2-4CDC-E9CD-9310-662D4C823F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42831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856"/>
    </mc:Choice>
    <mc:Fallback>
      <p:transition spd="slow" advTm="328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820" x="11514138" y="2368550"/>
          <p14:tracePt t="3826" x="11193463" y="2457450"/>
          <p14:tracePt t="3835" x="10766425" y="2617788"/>
          <p14:tracePt t="3840" x="10053638" y="2778125"/>
          <p14:tracePt t="3848" x="9178925" y="3009900"/>
          <p14:tracePt t="3854" x="8823325" y="3098800"/>
          <p14:tracePt t="3868" x="7878763" y="3367088"/>
          <p14:tracePt t="3883" x="6951663" y="3598863"/>
          <p14:tracePt t="3900" x="6061075" y="3794125"/>
          <p14:tracePt t="3918" x="4813300" y="4060825"/>
          <p14:tracePt t="3934" x="4029075" y="4221163"/>
          <p14:tracePt t="3951" x="3173413" y="4381500"/>
          <p14:tracePt t="3954" x="2959100" y="4435475"/>
          <p14:tracePt t="3967" x="2709863" y="4470400"/>
          <p14:tracePt t="3970" x="2459038" y="4489450"/>
          <p14:tracePt t="3983" x="1943100" y="4613275"/>
          <p14:tracePt t="4002" x="1533525" y="4649788"/>
          <p14:tracePt t="4017" x="1443038" y="4684713"/>
          <p14:tracePt t="4034" x="1373188" y="4684713"/>
          <p14:tracePt t="4051" x="1319213" y="4684713"/>
          <p14:tracePt t="4067" x="1301750" y="4684713"/>
          <p14:tracePt t="4083" x="1282700" y="4684713"/>
          <p14:tracePt t="4579" x="1301750" y="4649788"/>
          <p14:tracePt t="4586" x="1336675" y="4595813"/>
          <p14:tracePt t="4594" x="1373188" y="4541838"/>
          <p14:tracePt t="4602" x="1408113" y="4489450"/>
          <p14:tracePt t="4607" x="1479550" y="4452938"/>
          <p14:tracePt t="4614" x="1514475" y="4400550"/>
          <p14:tracePt t="4621" x="1533525" y="4400550"/>
          <p14:tracePt t="4633" x="1550988" y="4381500"/>
          <p14:tracePt t="4727" x="1550988" y="4364038"/>
          <p14:tracePt t="4762" x="1568450" y="4329113"/>
          <p14:tracePt t="4777" x="1585913" y="4329113"/>
          <p14:tracePt t="4785" x="1622425" y="4329113"/>
          <p14:tracePt t="4790" x="1639888" y="4329113"/>
          <p14:tracePt t="4798" x="1657350" y="4329113"/>
          <p14:tracePt t="5952" x="1674813" y="4329113"/>
          <p14:tracePt t="5973" x="1693863" y="4329113"/>
          <p14:tracePt t="5994" x="1711325" y="4329113"/>
          <p14:tracePt t="6008" x="1728788" y="4329113"/>
          <p14:tracePt t="6015" x="1746250" y="4329113"/>
          <p14:tracePt t="6022" x="1765300" y="4329113"/>
          <p14:tracePt t="6029" x="1782763" y="4329113"/>
          <p14:tracePt t="6037" x="1800225" y="4329113"/>
          <p14:tracePt t="6044" x="1835150" y="4329113"/>
          <p14:tracePt t="6052" x="1871663" y="4329113"/>
          <p14:tracePt t="6057" x="1906588" y="4329113"/>
          <p14:tracePt t="6066" x="1925638" y="4329113"/>
          <p14:tracePt t="6083" x="1997075" y="4329113"/>
          <p14:tracePt t="6100" x="2032000" y="4329113"/>
          <p14:tracePt t="6116" x="2066925" y="4329113"/>
          <p14:tracePt t="6135" x="2085975" y="4329113"/>
          <p14:tracePt t="6163" x="2103438" y="4329113"/>
          <p14:tracePt t="6269" x="2120900" y="4329113"/>
          <p14:tracePt t="6832" x="2157413" y="4329113"/>
          <p14:tracePt t="6839" x="2192338" y="4329113"/>
          <p14:tracePt t="6845" x="2263775" y="4329113"/>
          <p14:tracePt t="6853" x="2335213" y="4329113"/>
          <p14:tracePt t="6859" x="2406650" y="4329113"/>
          <p14:tracePt t="6867" x="2513013" y="4329113"/>
          <p14:tracePt t="6874" x="2601913" y="4329113"/>
          <p14:tracePt t="6882" x="2690813" y="4329113"/>
          <p14:tracePt t="6900" x="2922588" y="4275138"/>
          <p14:tracePt t="6903" x="2994025" y="4275138"/>
          <p14:tracePt t="6916" x="3082925" y="4275138"/>
          <p14:tracePt t="6932" x="3154363" y="4275138"/>
          <p14:tracePt t="6949" x="3190875" y="4275138"/>
          <p14:tracePt t="6966" x="3208338" y="4275138"/>
          <p14:tracePt t="7332" x="3351213" y="4275138"/>
          <p14:tracePt t="7338" x="3457575" y="4275138"/>
          <p14:tracePt t="7345" x="3565525" y="4275138"/>
          <p14:tracePt t="7354" x="3617913" y="4275138"/>
          <p14:tracePt t="7360" x="3671888" y="4275138"/>
          <p14:tracePt t="7367" x="3743325" y="4275138"/>
          <p14:tracePt t="7374" x="3778250" y="4275138"/>
          <p14:tracePt t="7382" x="3797300" y="4275138"/>
          <p14:tracePt t="7399" x="3849688" y="4275138"/>
          <p14:tracePt t="7402" x="3886200" y="4275138"/>
          <p14:tracePt t="7417" x="3921125" y="4275138"/>
          <p14:tracePt t="7433" x="3938588" y="4275138"/>
          <p14:tracePt t="9978" x="3903663" y="4275138"/>
          <p14:tracePt t="9984" x="3832225" y="4310063"/>
          <p14:tracePt t="9992" x="3797300" y="4329113"/>
          <p14:tracePt t="10000" x="3743325" y="4346575"/>
          <p14:tracePt t="10006" x="3706813" y="4364038"/>
          <p14:tracePt t="10013" x="3671888" y="4381500"/>
          <p14:tracePt t="10020" x="3654425" y="4400550"/>
          <p14:tracePt t="10031" x="3636963" y="4435475"/>
          <p14:tracePt t="10035" x="3617913" y="4452938"/>
          <p14:tracePt t="10049" x="3582988" y="4452938"/>
          <p14:tracePt t="10065" x="3546475" y="4452938"/>
          <p14:tracePt t="10082" x="3511550" y="4452938"/>
          <p14:tracePt t="10182" x="3494088" y="4470400"/>
          <p14:tracePt t="10204" x="3475038" y="4489450"/>
          <p14:tracePt t="10210" x="3475038" y="4506913"/>
          <p14:tracePt t="10219" x="3440113" y="4524375"/>
          <p14:tracePt t="10224" x="3422650" y="4524375"/>
          <p14:tracePt t="10233" x="3405188" y="4541838"/>
          <p14:tracePt t="10239" x="3386138" y="4560888"/>
          <p14:tracePt t="10245" x="3368675" y="4578350"/>
          <p14:tracePt t="10253" x="3351213" y="4613275"/>
          <p14:tracePt t="10265" x="3333750" y="4630738"/>
          <p14:tracePt t="10281" x="3279775" y="4630738"/>
          <p14:tracePt t="10298" x="3244850" y="4630738"/>
          <p14:tracePt t="10315" x="3225800" y="4630738"/>
          <p14:tracePt t="10337" x="3225800" y="4649788"/>
          <p14:tracePt t="10366" x="3208338" y="4649788"/>
          <p14:tracePt t="10379" x="3190875" y="4649788"/>
          <p14:tracePt t="10386" x="3173413" y="4667250"/>
          <p14:tracePt t="10398" x="3154363" y="4684713"/>
          <p14:tracePt t="10415" x="3101975" y="4702175"/>
          <p14:tracePt t="10431" x="3065463" y="4721225"/>
          <p14:tracePt t="10449" x="3030538" y="4721225"/>
          <p14:tracePt t="10452" x="3013075" y="4721225"/>
          <p14:tracePt t="12498" x="3101975" y="4721225"/>
          <p14:tracePt t="12505" x="3279775" y="4684713"/>
          <p14:tracePt t="12512" x="3405188" y="4667250"/>
          <p14:tracePt t="12519" x="3546475" y="4649788"/>
          <p14:tracePt t="12526" x="3671888" y="4613275"/>
          <p14:tracePt t="12534" x="3778250" y="4595813"/>
          <p14:tracePt t="12540" x="3867150" y="4578350"/>
          <p14:tracePt t="12549" x="3938588" y="4578350"/>
          <p14:tracePt t="12564" x="4064000" y="4578350"/>
          <p14:tracePt t="12581" x="4152900" y="4578350"/>
          <p14:tracePt t="12584" x="4170363" y="4578350"/>
          <p14:tracePt t="12597" x="4189413" y="4578350"/>
          <p14:tracePt t="12614" x="4206875" y="4578350"/>
          <p14:tracePt t="12632" x="4224338" y="4578350"/>
          <p14:tracePt t="12647" x="4278313" y="4578350"/>
          <p14:tracePt t="12664" x="4295775" y="4578350"/>
          <p14:tracePt t="12682" x="4384675" y="4578350"/>
          <p14:tracePt t="12697" x="4438650" y="4578350"/>
          <p14:tracePt t="12714" x="4456113" y="4578350"/>
          <p14:tracePt t="12730" x="4473575" y="4578350"/>
          <p14:tracePt t="13582" x="4527550" y="4578350"/>
          <p14:tracePt t="13589" x="4581525" y="4578350"/>
          <p14:tracePt t="13596" x="4687888" y="4578350"/>
          <p14:tracePt t="13603" x="4776788" y="4578350"/>
          <p14:tracePt t="13610" x="4848225" y="4578350"/>
          <p14:tracePt t="13617" x="4937125" y="4578350"/>
          <p14:tracePt t="13624" x="5008563" y="4578350"/>
          <p14:tracePt t="13632" x="5097463" y="4578350"/>
          <p14:tracePt t="13647" x="5205413" y="4578350"/>
          <p14:tracePt t="13664" x="5365750" y="4578350"/>
          <p14:tracePt t="13668" x="5418138" y="4578350"/>
          <p14:tracePt t="13681" x="5561013" y="4578350"/>
          <p14:tracePt t="13697" x="5703888" y="4578350"/>
          <p14:tracePt t="13714" x="5810250" y="4578350"/>
          <p14:tracePt t="13717" x="5899150" y="4560888"/>
          <p14:tracePt t="13730" x="5989638" y="4560888"/>
          <p14:tracePt t="13747" x="6078538" y="4560888"/>
          <p14:tracePt t="13765" x="6184900" y="4560888"/>
          <p14:tracePt t="13784" x="6256338" y="4560888"/>
          <p14:tracePt t="13797" x="6310313" y="4541838"/>
          <p14:tracePt t="13815" x="6345238" y="4541838"/>
          <p14:tracePt t="13830" x="6362700" y="4541838"/>
          <p14:tracePt t="18896" x="6381750" y="4470400"/>
          <p14:tracePt t="18904" x="6416675" y="4381500"/>
          <p14:tracePt t="18911" x="6470650" y="4257675"/>
          <p14:tracePt t="18918" x="6505575" y="4203700"/>
          <p14:tracePt t="18924" x="6523038" y="4132263"/>
          <p14:tracePt t="18932" x="6594475" y="4043363"/>
          <p14:tracePt t="18946" x="6665913" y="3883025"/>
          <p14:tracePt t="18961" x="6719888" y="3740150"/>
          <p14:tracePt t="18995" x="6826250" y="3402013"/>
          <p14:tracePt t="19014" x="6826250" y="3367088"/>
          <p14:tracePt t="19037" x="6826250" y="3349625"/>
          <p14:tracePt t="19058" x="6826250" y="3330575"/>
          <p14:tracePt t="19066" x="6826250" y="3313113"/>
          <p14:tracePt t="19080" x="6754813" y="3152775"/>
          <p14:tracePt t="19095" x="6684963" y="3028950"/>
          <p14:tracePt t="19112" x="6542088" y="2957513"/>
          <p14:tracePt t="19115" x="6470650" y="2921000"/>
          <p14:tracePt t="19129" x="6327775" y="2814638"/>
          <p14:tracePt t="19145" x="6149975" y="2725738"/>
          <p14:tracePt t="19162" x="5899150" y="2617788"/>
          <p14:tracePt t="19165" x="5829300" y="2582863"/>
          <p14:tracePt t="19178" x="5614988" y="2528888"/>
          <p14:tracePt t="19195" x="5454650" y="2476500"/>
          <p14:tracePt t="19212" x="5329238" y="2405063"/>
          <p14:tracePt t="19215" x="5222875" y="2387600"/>
          <p14:tracePt t="19229" x="5062538" y="2351088"/>
          <p14:tracePt t="19245" x="4919663" y="2316163"/>
          <p14:tracePt t="19263" x="4670425" y="2262188"/>
          <p14:tracePt t="19278" x="4510088" y="2262188"/>
          <p14:tracePt t="19295" x="4367213" y="2262188"/>
          <p14:tracePt t="19298" x="4313238" y="2262188"/>
          <p14:tracePt t="19312" x="4224338" y="2262188"/>
          <p14:tracePt t="19329" x="4170363" y="2262188"/>
          <p14:tracePt t="19346" x="4098925" y="2262188"/>
          <p14:tracePt t="19361" x="4081463" y="2262188"/>
          <p14:tracePt t="19378" x="4046538" y="2262188"/>
          <p14:tracePt t="19396" x="4010025" y="2262188"/>
          <p14:tracePt t="20192" x="4029075" y="2244725"/>
          <p14:tracePt t="20198" x="4081463" y="2227263"/>
          <p14:tracePt t="20206" x="4135438" y="2190750"/>
          <p14:tracePt t="20214" x="4152900" y="2190750"/>
          <p14:tracePt t="20220" x="4170363" y="2190750"/>
          <p14:tracePt t="20227" x="4189413" y="2190750"/>
          <p14:tracePt t="20234" x="4206875" y="2190750"/>
          <p14:tracePt t="20245" x="4241800" y="2190750"/>
          <p14:tracePt t="20826" x="4260850" y="2190750"/>
          <p14:tracePt t="20909" x="4278313" y="2190750"/>
          <p14:tracePt t="20973" x="4278313" y="2173288"/>
          <p14:tracePt t="20994" x="4295775" y="2155825"/>
          <p14:tracePt t="21050" x="4295775" y="2136775"/>
          <p14:tracePt t="22902" x="4189413" y="2155825"/>
          <p14:tracePt t="22909" x="4010025" y="2173288"/>
          <p14:tracePt t="22916" x="3832225" y="2208213"/>
          <p14:tracePt t="22923" x="3706813" y="2227263"/>
          <p14:tracePt t="22931" x="3600450" y="2244725"/>
          <p14:tracePt t="22937" x="3511550" y="2262188"/>
          <p14:tracePt t="22946" x="3457575" y="2279650"/>
          <p14:tracePt t="22961" x="3314700" y="2351088"/>
          <p14:tracePt t="22994" x="2781300" y="2778125"/>
          <p14:tracePt t="23011" x="2584450" y="2957513"/>
          <p14:tracePt t="23028" x="2406650" y="3098800"/>
          <p14:tracePt t="23044" x="2335213" y="3170238"/>
          <p14:tracePt t="23061" x="2228850" y="3206750"/>
          <p14:tracePt t="23064" x="2192338" y="3241675"/>
          <p14:tracePt t="23078" x="2120900" y="3278188"/>
          <p14:tracePt t="23094" x="2014538" y="3367088"/>
          <p14:tracePt t="23110" x="1943100" y="3438525"/>
          <p14:tracePt t="23114" x="1889125" y="3473450"/>
          <p14:tracePt t="23128" x="1765300" y="3562350"/>
          <p14:tracePt t="23144" x="1693863" y="3651250"/>
          <p14:tracePt t="23162" x="1514475" y="3776663"/>
          <p14:tracePt t="23178" x="1354138" y="3937000"/>
          <p14:tracePt t="23194" x="1193800" y="4079875"/>
          <p14:tracePt t="23197" x="1122363" y="4186238"/>
          <p14:tracePt t="23212" x="962025" y="4400550"/>
          <p14:tracePt t="23227" x="801688" y="4613275"/>
          <p14:tracePt t="23244" x="695325" y="4773613"/>
          <p14:tracePt t="23261" x="606425" y="4951413"/>
          <p14:tracePt t="23277" x="534988" y="5076825"/>
          <p14:tracePt t="23294" x="498475" y="5130800"/>
          <p14:tracePt t="23310" x="498475" y="5183188"/>
          <p14:tracePt t="23327" x="498475" y="5219700"/>
          <p14:tracePt t="23345" x="498475" y="5254625"/>
          <p14:tracePt t="23361" x="498475" y="5272088"/>
          <p14:tracePt t="23377" x="498475" y="5291138"/>
          <p14:tracePt t="23397" x="498475" y="5308600"/>
          <p14:tracePt t="23410" x="498475" y="5360988"/>
          <p14:tracePt t="23427" x="498475" y="5380038"/>
          <p14:tracePt t="23430" x="498475" y="5397500"/>
          <p14:tracePt t="23444" x="498475" y="5414963"/>
          <p14:tracePt t="23460" x="588963" y="5432425"/>
          <p14:tracePt t="23478" x="695325" y="5451475"/>
          <p14:tracePt t="23494" x="784225" y="5451475"/>
          <p14:tracePt t="23511" x="855663" y="5451475"/>
          <p14:tracePt t="23514" x="909638" y="5451475"/>
          <p14:tracePt t="23528" x="944563" y="5451475"/>
          <p14:tracePt t="23544" x="981075" y="5451475"/>
          <p14:tracePt t="23560" x="998538" y="5451475"/>
          <p14:tracePt t="23577" x="1016000" y="5451475"/>
          <p14:tracePt t="23620" x="1033463" y="5451475"/>
          <p14:tracePt t="23704" x="1069975" y="5451475"/>
          <p14:tracePt t="23712" x="1087438" y="5451475"/>
          <p14:tracePt t="23718" x="1104900" y="5451475"/>
          <p14:tracePt t="23732" x="1141413" y="5451475"/>
          <p14:tracePt t="23739" x="1176338" y="5451475"/>
          <p14:tracePt t="23747" x="1230313" y="5451475"/>
          <p14:tracePt t="23753" x="1265238" y="5451475"/>
          <p14:tracePt t="23762" x="1301750" y="5451475"/>
          <p14:tracePt t="23777" x="1373188" y="5451475"/>
          <p14:tracePt t="23794" x="1462088" y="5451475"/>
          <p14:tracePt t="23810" x="1550988" y="5451475"/>
          <p14:tracePt t="23827" x="1604963" y="5451475"/>
          <p14:tracePt t="23844" x="1657350" y="5451475"/>
          <p14:tracePt t="23860" x="1728788" y="5451475"/>
          <p14:tracePt t="23877" x="1817688" y="5432425"/>
          <p14:tracePt t="23894" x="1978025" y="5414963"/>
          <p14:tracePt t="23910" x="2032000" y="5414963"/>
          <p14:tracePt t="23927" x="2138363" y="5397500"/>
          <p14:tracePt t="23930" x="2157413" y="5397500"/>
          <p14:tracePt t="23944" x="2174875" y="5380038"/>
          <p14:tracePt t="23947" x="2209800" y="5380038"/>
          <p14:tracePt t="23961" x="2317750" y="5360988"/>
          <p14:tracePt t="23979" x="2513013" y="5272088"/>
          <p14:tracePt t="23994" x="2620963" y="5254625"/>
          <p14:tracePt t="24010" x="2762250" y="5219700"/>
          <p14:tracePt t="24014" x="2798763" y="5219700"/>
          <p14:tracePt t="24028" x="2870200" y="5219700"/>
          <p14:tracePt t="24044" x="2922588" y="5219700"/>
          <p14:tracePt t="24060" x="2941638" y="5219700"/>
          <p14:tracePt t="24119" x="2959100" y="5219700"/>
          <p14:tracePt t="24126" x="2976563" y="5219700"/>
          <p14:tracePt t="30954" x="2851150" y="5219700"/>
          <p14:tracePt t="30961" x="2638425" y="5272088"/>
          <p14:tracePt t="30969" x="2406650" y="5326063"/>
          <p14:tracePt t="30976" x="2192338" y="5380038"/>
          <p14:tracePt t="30982" x="1997075" y="5468938"/>
          <p14:tracePt t="30990" x="1639888" y="5557838"/>
          <p14:tracePt t="30997" x="1319213" y="5611813"/>
          <p14:tracePt t="31008" x="1016000" y="5681663"/>
          <p14:tracePt t="31025" x="606425" y="5807075"/>
          <p14:tracePt t="31028" x="427038" y="586105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E4D1BB-F3A6-907F-B809-F79DD46CA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fr-FR" sz="3600"/>
              <a:t> Mon travail d'analyste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A1DF4C-AEDD-CF37-A11F-D496122E4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lvl="0"/>
            <a:r>
              <a:rPr lang="fr-FR" sz="1800"/>
              <a:t>Taux global : </a:t>
            </a:r>
            <a:r>
              <a:rPr lang="fr-FR" sz="1800" b="1"/>
              <a:t>48,5 %</a:t>
            </a:r>
            <a:r>
              <a:rPr lang="fr-FR" sz="1800"/>
              <a:t> des RDV non honorés</a:t>
            </a:r>
          </a:p>
          <a:p>
            <a:pPr lvl="0"/>
            <a:r>
              <a:rPr lang="fr-FR" sz="1800"/>
              <a:t>Leviers prioritaires : </a:t>
            </a:r>
            <a:r>
              <a:rPr lang="fr-FR" sz="1800" b="1"/>
              <a:t>délai ≫ récidive ≫ distance</a:t>
            </a:r>
            <a:r>
              <a:rPr lang="fr-FR" sz="1800"/>
              <a:t> (~33 / 12 / 8 pts)</a:t>
            </a:r>
          </a:p>
          <a:p>
            <a:pPr lvl="0"/>
            <a:r>
              <a:rPr lang="fr-FR" sz="1800"/>
              <a:t>47,5 % des absences viennent de </a:t>
            </a:r>
            <a:r>
              <a:rPr lang="fr-FR" sz="1800" b="1"/>
              <a:t>patients récidivistes</a:t>
            </a:r>
            <a:endParaRPr lang="fr-FR" sz="1800"/>
          </a:p>
          <a:p>
            <a:endParaRPr lang="fr-FR" sz="18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EE7E2DC-5D9E-767D-0C47-3707DC2800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743" y="870857"/>
            <a:ext cx="5900057" cy="4535671"/>
          </a:xfrm>
          <a:prstGeom prst="rect">
            <a:avLst/>
          </a:prstGeom>
        </p:spPr>
      </p:pic>
      <p:pic>
        <p:nvPicPr>
          <p:cNvPr id="77" name="Audio 76">
            <a:hlinkClick r:id="" action="ppaction://media"/>
            <a:extLst>
              <a:ext uri="{FF2B5EF4-FFF2-40B4-BE49-F238E27FC236}">
                <a16:creationId xmlns:a16="http://schemas.microsoft.com/office/drawing/2014/main" id="{5E522A4B-74E1-4C0F-E417-61A2C73668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11855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826"/>
    </mc:Choice>
    <mc:Fallback>
      <p:transition spd="slow" advTm="768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83" x="53975" y="5718175"/>
          <p14:tracePt t="1289" x="71438" y="5718175"/>
          <p14:tracePt t="1295" x="106363" y="5700713"/>
          <p14:tracePt t="1302" x="142875" y="5681663"/>
          <p14:tracePt t="1309" x="177800" y="5664200"/>
          <p14:tracePt t="1317" x="231775" y="5646738"/>
          <p14:tracePt t="1330" x="303213" y="5592763"/>
          <p14:tracePt t="1348" x="338138" y="5592763"/>
          <p14:tracePt t="1365" x="392113" y="5592763"/>
          <p14:tracePt t="4167" x="446088" y="5521325"/>
          <p14:tracePt t="4174" x="481013" y="5468938"/>
          <p14:tracePt t="4181" x="552450" y="5380038"/>
          <p14:tracePt t="4188" x="588963" y="5326063"/>
          <p14:tracePt t="4195" x="677863" y="5254625"/>
          <p14:tracePt t="4202" x="712788" y="5200650"/>
          <p14:tracePt t="4213" x="749300" y="5148263"/>
          <p14:tracePt t="4217" x="784225" y="5111750"/>
          <p14:tracePt t="4231" x="855663" y="5076825"/>
          <p14:tracePt t="4246" x="909638" y="5059363"/>
          <p14:tracePt t="4264" x="927100" y="5022850"/>
          <p14:tracePt t="4294" x="944563" y="5005388"/>
          <p14:tracePt t="4301" x="962025" y="4987925"/>
          <p14:tracePt t="4314" x="1050925" y="4951413"/>
          <p14:tracePt t="4330" x="1122363" y="4879975"/>
          <p14:tracePt t="4347" x="1212850" y="4791075"/>
          <p14:tracePt t="4350" x="1282700" y="4756150"/>
          <p14:tracePt t="4365" x="1408113" y="4667250"/>
          <p14:tracePt t="4380" x="1533525" y="4578350"/>
          <p14:tracePt t="4396" x="1622425" y="4541838"/>
          <p14:tracePt t="4399" x="1657350" y="4524375"/>
          <p14:tracePt t="4414" x="1728788" y="4489450"/>
          <p14:tracePt t="4429" x="1782763" y="4435475"/>
          <p14:tracePt t="4447" x="1854200" y="4400550"/>
          <p14:tracePt t="4449" x="1871663" y="4400550"/>
          <p14:tracePt t="4463" x="1960563" y="4364038"/>
          <p14:tracePt t="4480" x="2014538" y="4346575"/>
          <p14:tracePt t="4497" x="2138363" y="4292600"/>
          <p14:tracePt t="4513" x="2246313" y="4240213"/>
          <p14:tracePt t="4530" x="2352675" y="4221163"/>
          <p14:tracePt t="4533" x="2424113" y="4203700"/>
          <p14:tracePt t="4548" x="2620963" y="4149725"/>
          <p14:tracePt t="4563" x="2781300" y="4114800"/>
          <p14:tracePt t="4580" x="2905125" y="4079875"/>
          <p14:tracePt t="4583" x="2959100" y="4079875"/>
          <p14:tracePt t="4597" x="3048000" y="4025900"/>
          <p14:tracePt t="4613" x="3154363" y="3989388"/>
          <p14:tracePt t="4629" x="3225800" y="3971925"/>
          <p14:tracePt t="4633" x="3262313" y="3954463"/>
          <p14:tracePt t="4647" x="3351213" y="3919538"/>
          <p14:tracePt t="4663" x="3422650" y="3883025"/>
          <p14:tracePt t="4667" x="3457575" y="3848100"/>
          <p14:tracePt t="4681" x="3582988" y="3811588"/>
          <p14:tracePt t="4696" x="3654425" y="3776663"/>
          <p14:tracePt t="4713" x="3778250" y="3740150"/>
          <p14:tracePt t="4731" x="3921125" y="3651250"/>
          <p14:tracePt t="4746" x="4029075" y="3616325"/>
          <p14:tracePt t="4763" x="4117975" y="3579813"/>
          <p14:tracePt t="4766" x="4135438" y="3562350"/>
          <p14:tracePt t="4780" x="4189413" y="3527425"/>
          <p14:tracePt t="4796" x="4224338" y="3508375"/>
          <p14:tracePt t="4814" x="4330700" y="3402013"/>
          <p14:tracePt t="4830" x="4402138" y="3349625"/>
          <p14:tracePt t="4846" x="4473575" y="3295650"/>
          <p14:tracePt t="4864" x="4562475" y="3241675"/>
          <p14:tracePt t="4880" x="4633913" y="3206750"/>
          <p14:tracePt t="4896" x="4670425" y="3170238"/>
          <p14:tracePt t="8045" x="4562475" y="3170238"/>
          <p14:tracePt t="8053" x="4421188" y="3189288"/>
          <p14:tracePt t="8059" x="4330700" y="3206750"/>
          <p14:tracePt t="8066" x="4189413" y="3224213"/>
          <p14:tracePt t="8074" x="4098925" y="3241675"/>
          <p14:tracePt t="8082" x="3957638" y="3278188"/>
          <p14:tracePt t="8095" x="3760788" y="3295650"/>
          <p14:tracePt t="8112" x="3617913" y="3313113"/>
          <p14:tracePt t="8129" x="3368675" y="3330575"/>
          <p14:tracePt t="8145" x="3314700" y="3330575"/>
          <p14:tracePt t="8162" x="3297238" y="3367088"/>
          <p14:tracePt t="8180" x="3244850" y="3367088"/>
          <p14:tracePt t="8195" x="3190875" y="3367088"/>
          <p14:tracePt t="8212" x="3173413" y="3367088"/>
          <p14:tracePt t="8229" x="3136900" y="3367088"/>
          <p14:tracePt t="8245" x="3119438" y="3367088"/>
          <p14:tracePt t="8261" x="3082925" y="3367088"/>
          <p14:tracePt t="8278" x="3030538" y="3367088"/>
          <p14:tracePt t="8295" x="2994025" y="3367088"/>
          <p14:tracePt t="8313" x="2959100" y="3367088"/>
          <p14:tracePt t="8328" x="2941638" y="3367088"/>
          <p14:tracePt t="8363" x="2905125" y="3367088"/>
          <p14:tracePt t="8377" x="2887663" y="3367088"/>
          <p14:tracePt t="8391" x="2870200" y="3367088"/>
          <p14:tracePt t="8399" x="2851150" y="3367088"/>
          <p14:tracePt t="8414" x="2833688" y="3367088"/>
          <p14:tracePt t="8429" x="2798763" y="3367088"/>
          <p14:tracePt t="8447" x="2727325" y="3367088"/>
          <p14:tracePt t="8462" x="2709863" y="3367088"/>
          <p14:tracePt t="8478" x="2673350" y="3367088"/>
          <p14:tracePt t="8482" x="2655888" y="3367088"/>
          <p14:tracePt t="8497" x="2638425" y="3367088"/>
          <p14:tracePt t="8512" x="2584450" y="3367088"/>
          <p14:tracePt t="8531" x="2566988" y="3367088"/>
          <p14:tracePt t="13170" x="2620963" y="3438525"/>
          <p14:tracePt t="13178" x="2727325" y="3544888"/>
          <p14:tracePt t="13184" x="2816225" y="3633788"/>
          <p14:tracePt t="13192" x="2905125" y="3705225"/>
          <p14:tracePt t="13198" x="3082925" y="3811588"/>
          <p14:tracePt t="13205" x="3208338" y="3954463"/>
          <p14:tracePt t="13214" x="3405188" y="4060825"/>
          <p14:tracePt t="13220" x="3600450" y="4203700"/>
          <p14:tracePt t="13228" x="3760788" y="4275138"/>
          <p14:tracePt t="13243" x="4135438" y="4470400"/>
          <p14:tracePt t="13261" x="4776788" y="4756150"/>
          <p14:tracePt t="13277" x="5222875" y="4862513"/>
          <p14:tracePt t="13293" x="5578475" y="4987925"/>
          <p14:tracePt t="13311" x="6061075" y="5148263"/>
          <p14:tracePt t="13327" x="6416675" y="5291138"/>
          <p14:tracePt t="13343" x="6754813" y="5360988"/>
          <p14:tracePt t="13347" x="6934200" y="5414963"/>
          <p14:tracePt t="13360" x="7254875" y="5521325"/>
          <p14:tracePt t="13377" x="7521575" y="5611813"/>
          <p14:tracePt t="13393" x="7789863" y="5664200"/>
          <p14:tracePt t="13410" x="8145463" y="5789613"/>
          <p14:tracePt t="13427" x="8305800" y="5824538"/>
          <p14:tracePt t="13445" x="8448675" y="5842000"/>
          <p14:tracePt t="13460" x="8537575" y="5842000"/>
          <p14:tracePt t="13476" x="8609013" y="5842000"/>
          <p14:tracePt t="13494" x="8751888" y="5842000"/>
          <p14:tracePt t="13510" x="8894763" y="5842000"/>
          <p14:tracePt t="13527" x="8947150" y="5842000"/>
          <p14:tracePt t="13530" x="8983663" y="5842000"/>
          <p14:tracePt t="13543" x="9055100" y="5842000"/>
          <p14:tracePt t="13547" x="9072563" y="5842000"/>
          <p14:tracePt t="13560" x="9109075" y="5842000"/>
          <p14:tracePt t="13577" x="9144000" y="5842000"/>
          <p14:tracePt t="13839" x="9178925" y="5824538"/>
          <p14:tracePt t="13847" x="9215438" y="5807075"/>
          <p14:tracePt t="13853" x="9250363" y="5789613"/>
          <p14:tracePt t="13861" x="9286875" y="5772150"/>
          <p14:tracePt t="13868" x="9304338" y="5735638"/>
          <p14:tracePt t="13874" x="9321800" y="5718175"/>
          <p14:tracePt t="13916" x="9340850" y="5700713"/>
          <p14:tracePt t="13923" x="9358313" y="5681663"/>
          <p14:tracePt t="13966" x="9358313" y="5664200"/>
          <p14:tracePt t="13973" x="9358313" y="5629275"/>
          <p14:tracePt t="13980" x="9358313" y="5575300"/>
          <p14:tracePt t="13987" x="9340850" y="5503863"/>
          <p14:tracePt t="13995" x="9321800" y="5468938"/>
          <p14:tracePt t="14001" x="9286875" y="5414963"/>
          <p14:tracePt t="14008" x="9215438" y="5326063"/>
          <p14:tracePt t="14015" x="9178925" y="5272088"/>
          <p14:tracePt t="14027" x="9144000" y="5237163"/>
          <p14:tracePt t="14030" x="9109075" y="5165725"/>
          <p14:tracePt t="14043" x="9037638" y="5130800"/>
          <p14:tracePt t="14047" x="9001125" y="5094288"/>
          <p14:tracePt t="14060" x="8912225" y="5005388"/>
          <p14:tracePt t="14078" x="8680450" y="4862513"/>
          <p14:tracePt t="14093" x="8431213" y="4684713"/>
          <p14:tracePt t="14111" x="8110538" y="4560888"/>
          <p14:tracePt t="14114" x="7985125" y="4506913"/>
          <p14:tracePt t="14127" x="7824788" y="4435475"/>
          <p14:tracePt t="14143" x="7700963" y="4400550"/>
          <p14:tracePt t="14161" x="7575550" y="4364038"/>
          <p14:tracePt t="14164" x="7539038" y="4346575"/>
          <p14:tracePt t="14178" x="7486650" y="4346575"/>
          <p14:tracePt t="14193" x="7450138" y="4346575"/>
          <p14:tracePt t="14210" x="7415213" y="4346575"/>
          <p14:tracePt t="14226" x="7378700" y="4346575"/>
          <p14:tracePt t="14244" x="7326313" y="4346575"/>
          <p14:tracePt t="14247" x="7308850" y="4346575"/>
          <p14:tracePt t="14261" x="7237413" y="4364038"/>
          <p14:tracePt t="14276" x="7146925" y="4418013"/>
          <p14:tracePt t="14293" x="7058025" y="4524375"/>
          <p14:tracePt t="14311" x="6951663" y="4702175"/>
          <p14:tracePt t="14326" x="6915150" y="4773613"/>
          <p14:tracePt t="14343" x="6897688" y="4827588"/>
          <p14:tracePt t="14346" x="6897688" y="4845050"/>
          <p14:tracePt t="14360" x="6897688" y="4933950"/>
          <p14:tracePt t="14377" x="6986588" y="5005388"/>
          <p14:tracePt t="14393" x="7289800" y="5148263"/>
          <p14:tracePt t="14396" x="7521575" y="5183188"/>
          <p14:tracePt t="14410" x="7950200" y="5200650"/>
          <p14:tracePt t="14426" x="8270875" y="5200650"/>
          <p14:tracePt t="14444" x="8662988" y="5094288"/>
          <p14:tracePt t="14459" x="8877300" y="4987925"/>
          <p14:tracePt t="14477" x="9072563" y="4916488"/>
          <p14:tracePt t="14480" x="9144000" y="4879975"/>
          <p14:tracePt t="14494" x="9286875" y="4773613"/>
          <p14:tracePt t="14510" x="9447213" y="4630738"/>
          <p14:tracePt t="14527" x="9553575" y="4452938"/>
          <p14:tracePt t="14543" x="9661525" y="4275138"/>
          <p14:tracePt t="14560" x="9696450" y="4186238"/>
          <p14:tracePt t="14577" x="9696450" y="4114800"/>
          <p14:tracePt t="14593" x="9696450" y="4008438"/>
          <p14:tracePt t="14610" x="9696450" y="3883025"/>
          <p14:tracePt t="14613" x="9625013" y="3776663"/>
          <p14:tracePt t="14627" x="9501188" y="3490913"/>
          <p14:tracePt t="14643" x="9286875" y="3241675"/>
          <p14:tracePt t="14660" x="9126538" y="3046413"/>
          <p14:tracePt t="14663" x="9055100" y="2992438"/>
          <p14:tracePt t="14676" x="8966200" y="2868613"/>
          <p14:tracePt t="14693" x="8840788" y="2760663"/>
          <p14:tracePt t="14711" x="8680450" y="2600325"/>
          <p14:tracePt t="14713" x="8645525" y="2565400"/>
          <p14:tracePt t="14727" x="8537575" y="2439988"/>
          <p14:tracePt t="14743" x="8448675" y="2368550"/>
          <p14:tracePt t="14761" x="8324850" y="2297113"/>
          <p14:tracePt t="14776" x="8234363" y="2244725"/>
          <p14:tracePt t="14793" x="8162925" y="2190750"/>
          <p14:tracePt t="14810" x="8093075" y="2155825"/>
          <p14:tracePt t="14826" x="8056563" y="2136775"/>
          <p14:tracePt t="14843" x="8039100" y="2136775"/>
          <p14:tracePt t="14859" x="7985125" y="2136775"/>
          <p14:tracePt t="14876" x="7950200" y="2136775"/>
          <p14:tracePt t="15134" x="7913688" y="2244725"/>
          <p14:tracePt t="15141" x="7913688" y="2351088"/>
          <p14:tracePt t="15148" x="7913688" y="2493963"/>
          <p14:tracePt t="15155" x="7913688" y="2636838"/>
          <p14:tracePt t="15163" x="7913688" y="2743200"/>
          <p14:tracePt t="15169" x="7913688" y="2868613"/>
          <p14:tracePt t="15178" x="7913688" y="2921000"/>
          <p14:tracePt t="15184" x="7913688" y="2992438"/>
          <p14:tracePt t="15193" x="7913688" y="3081338"/>
          <p14:tracePt t="15210" x="7913688" y="3259138"/>
          <p14:tracePt t="15213" x="7913688" y="3349625"/>
          <p14:tracePt t="15226" x="7913688" y="3527425"/>
          <p14:tracePt t="15243" x="7931150" y="3759200"/>
          <p14:tracePt t="15261" x="7931150" y="4114800"/>
          <p14:tracePt t="15276" x="7931150" y="4329113"/>
          <p14:tracePt t="15293" x="7950200" y="4630738"/>
          <p14:tracePt t="15296" x="7950200" y="4810125"/>
          <p14:tracePt t="15311" x="7950200" y="5272088"/>
          <p14:tracePt t="15326" x="7950200" y="5700713"/>
          <p14:tracePt t="15343" x="7931150" y="6162675"/>
          <p14:tracePt t="15347" x="7913688" y="6394450"/>
          <p14:tracePt t="15360" x="7861300" y="6680200"/>
          <p14:tracePt t="15376" x="7861300" y="6823075"/>
          <p14:tracePt t="15733" x="8216900" y="6519863"/>
          <p14:tracePt t="15739" x="8359775" y="6323013"/>
          <p14:tracePt t="15747" x="8485188" y="6127750"/>
          <p14:tracePt t="15753" x="8609013" y="5932488"/>
          <p14:tracePt t="15761" x="8680450" y="5824538"/>
          <p14:tracePt t="15768" x="8751888" y="5700713"/>
          <p14:tracePt t="15776" x="8769350" y="5664200"/>
          <p14:tracePt t="15792" x="8805863" y="5629275"/>
          <p14:tracePt t="15810" x="8823325" y="5592763"/>
          <p14:tracePt t="15881" x="8823325" y="5575300"/>
          <p14:tracePt t="23834" x="8786813" y="5575300"/>
          <p14:tracePt t="23842" x="8716963" y="5557838"/>
          <p14:tracePt t="23848" x="8626475" y="5557838"/>
          <p14:tracePt t="23855" x="8555038" y="5540375"/>
          <p14:tracePt t="23862" x="8502650" y="5540375"/>
          <p14:tracePt t="23869" x="8377238" y="5503863"/>
          <p14:tracePt t="23877" x="8305800" y="5486400"/>
          <p14:tracePt t="23883" x="8181975" y="5468938"/>
          <p14:tracePt t="23892" x="8110538" y="5451475"/>
          <p14:tracePt t="23907" x="7913688" y="5397500"/>
          <p14:tracePt t="23924" x="7718425" y="5343525"/>
          <p14:tracePt t="23928" x="7664450" y="5308600"/>
          <p14:tracePt t="23940" x="7593013" y="5291138"/>
          <p14:tracePt t="23943" x="7521575" y="5272088"/>
          <p14:tracePt t="23957" x="7378700" y="5237163"/>
          <p14:tracePt t="23973" x="7289800" y="5200650"/>
          <p14:tracePt t="23977" x="7237413" y="5165725"/>
          <p14:tracePt t="23990" x="7129463" y="5111750"/>
          <p14:tracePt t="24007" x="7040563" y="5076825"/>
          <p14:tracePt t="24024" x="6862763" y="5022850"/>
          <p14:tracePt t="24040" x="6719888" y="4970463"/>
          <p14:tracePt t="24057" x="6542088" y="4899025"/>
          <p14:tracePt t="24060" x="6488113" y="4879975"/>
          <p14:tracePt t="24074" x="6345238" y="4845050"/>
          <p14:tracePt t="24090" x="6238875" y="4791075"/>
          <p14:tracePt t="24107" x="6113463" y="4738688"/>
          <p14:tracePt t="24123" x="5953125" y="4684713"/>
          <p14:tracePt t="24140" x="5881688" y="4667250"/>
          <p14:tracePt t="24158" x="5757863" y="4613275"/>
          <p14:tracePt t="24173" x="5686425" y="4578350"/>
          <p14:tracePt t="24190" x="5578475" y="4524375"/>
          <p14:tracePt t="24208" x="5507038" y="4506913"/>
          <p14:tracePt t="24223" x="5437188" y="4489450"/>
          <p14:tracePt t="24240" x="5365750" y="4489450"/>
          <p14:tracePt t="24243" x="5329238" y="4470400"/>
          <p14:tracePt t="24257" x="5311775" y="4470400"/>
          <p14:tracePt t="24260" x="5257800" y="4470400"/>
          <p14:tracePt t="24273" x="5186363" y="4470400"/>
          <p14:tracePt t="24290" x="5114925" y="4470400"/>
          <p14:tracePt t="24293" x="5062538" y="4470400"/>
          <p14:tracePt t="24306" x="4991100" y="4470400"/>
          <p14:tracePt t="24323" x="4937125" y="4470400"/>
          <p14:tracePt t="24327" x="4902200" y="4470400"/>
          <p14:tracePt t="24341" x="4830763" y="4470400"/>
          <p14:tracePt t="24356" x="4794250" y="4470400"/>
          <p14:tracePt t="24373" x="4722813" y="4470400"/>
          <p14:tracePt t="24391" x="4670425" y="4470400"/>
          <p14:tracePt t="24407" x="4598988" y="4452938"/>
          <p14:tracePt t="24424" x="4473575" y="4418013"/>
          <p14:tracePt t="24427" x="4421188" y="4381500"/>
          <p14:tracePt t="24440" x="4189413" y="4310063"/>
          <p14:tracePt t="24456" x="4010025" y="4240213"/>
          <p14:tracePt t="24474" x="3797300" y="4132263"/>
          <p14:tracePt t="24477" x="3654425" y="4079875"/>
          <p14:tracePt t="24489" x="3333750" y="3971925"/>
          <p14:tracePt t="24507" x="3101975" y="3848100"/>
          <p14:tracePt t="24524" x="2870200" y="3794125"/>
          <p14:tracePt t="24540" x="2798763" y="3759200"/>
          <p14:tracePt t="24556" x="2744788" y="3740150"/>
          <p14:tracePt t="24575" x="2709863" y="3687763"/>
          <p14:tracePt t="24590" x="2673350" y="3651250"/>
          <p14:tracePt t="24607" x="2638425" y="3651250"/>
          <p14:tracePt t="24610" x="2620963" y="3633788"/>
          <p14:tracePt t="24623" x="2584450" y="3633788"/>
          <p14:tracePt t="24640" x="2549525" y="3616325"/>
          <p14:tracePt t="24657" x="2513013" y="3616325"/>
          <p14:tracePt t="30268" x="2530475" y="3616325"/>
          <p14:tracePt t="30275" x="2566988" y="3616325"/>
          <p14:tracePt t="30282" x="2601913" y="3616325"/>
          <p14:tracePt t="30290" x="2638425" y="3616325"/>
          <p14:tracePt t="30296" x="2673350" y="3616325"/>
          <p14:tracePt t="30303" x="2690813" y="3616325"/>
          <p14:tracePt t="30310" x="2709863" y="3616325"/>
          <p14:tracePt t="30359" x="2727325" y="3616325"/>
          <p14:tracePt t="30374" x="2744788" y="3616325"/>
          <p14:tracePt t="30380" x="2762250" y="3616325"/>
          <p14:tracePt t="30388" x="2781300" y="3633788"/>
          <p14:tracePt t="30394" x="2798763" y="3633788"/>
          <p14:tracePt t="30404" x="2851150" y="3633788"/>
          <p14:tracePt t="30422" x="2941638" y="3651250"/>
          <p14:tracePt t="30438" x="3048000" y="3668713"/>
          <p14:tracePt t="30455" x="3119438" y="3687763"/>
          <p14:tracePt t="30458" x="3154363" y="3705225"/>
          <p14:tracePt t="30473" x="3244850" y="3740150"/>
          <p14:tracePt t="30488" x="3279775" y="3740150"/>
          <p14:tracePt t="30505" x="3314700" y="3776663"/>
          <p14:tracePt t="30523" x="3333750" y="3776663"/>
          <p14:tracePt t="30634" x="3368675" y="3794125"/>
          <p14:tracePt t="30726" x="3386138" y="3794125"/>
          <p14:tracePt t="37631" x="3351213" y="3794125"/>
          <p14:tracePt t="37639" x="3297238" y="3811588"/>
          <p14:tracePt t="37644" x="3208338" y="3811588"/>
          <p14:tracePt t="37652" x="3154363" y="3811588"/>
          <p14:tracePt t="37659" x="3101975" y="3829050"/>
          <p14:tracePt t="37666" x="3013075" y="3829050"/>
          <p14:tracePt t="37673" x="2959100" y="3848100"/>
          <p14:tracePt t="37680" x="2922588" y="3848100"/>
          <p14:tracePt t="37688" x="2887663" y="3848100"/>
          <p14:tracePt t="37702" x="2816225" y="3865563"/>
          <p14:tracePt t="37719" x="2781300" y="3865563"/>
          <p14:tracePt t="37737" x="2744788" y="3865563"/>
          <p14:tracePt t="37752" x="2709863" y="3865563"/>
          <p14:tracePt t="37769" x="2655888" y="3865563"/>
          <p14:tracePt t="37786" x="2620963" y="3865563"/>
          <p14:tracePt t="37802" x="2584450" y="3883025"/>
          <p14:tracePt t="37818" x="2549525" y="3883025"/>
          <p14:tracePt t="37835" x="2495550" y="3919538"/>
          <p14:tracePt t="37852" x="2459038" y="3937000"/>
          <p14:tracePt t="37870" x="2424113" y="3971925"/>
          <p14:tracePt t="37885" x="2370138" y="3971925"/>
          <p14:tracePt t="37902" x="2335213" y="3971925"/>
          <p14:tracePt t="37905" x="2317750" y="3971925"/>
          <p14:tracePt t="37920" x="2298700" y="3971925"/>
          <p14:tracePt t="37947" x="2281238" y="3971925"/>
          <p14:tracePt t="38018" x="2263775" y="3971925"/>
          <p14:tracePt t="38053" x="2246313" y="3971925"/>
          <p14:tracePt t="38088" x="2209800" y="3971925"/>
          <p14:tracePt t="38194" x="2192338" y="3971925"/>
          <p14:tracePt t="47021" x="2228850" y="3971925"/>
          <p14:tracePt t="47028" x="2317750" y="3971925"/>
          <p14:tracePt t="47034" x="2424113" y="3954463"/>
          <p14:tracePt t="47042" x="2478088" y="3937000"/>
          <p14:tracePt t="47051" x="2549525" y="3919538"/>
          <p14:tracePt t="47057" x="2620963" y="3900488"/>
          <p14:tracePt t="47063" x="2655888" y="3900488"/>
          <p14:tracePt t="47071" x="2709863" y="3883025"/>
          <p14:tracePt t="47084" x="2798763" y="3865563"/>
          <p14:tracePt t="47087" x="2833688" y="3865563"/>
          <p14:tracePt t="47099" x="2922588" y="3848100"/>
          <p14:tracePt t="47116" x="3013075" y="3794125"/>
          <p14:tracePt t="47134" x="3101975" y="3776663"/>
          <p14:tracePt t="47149" x="3154363" y="3776663"/>
          <p14:tracePt t="47165" x="3190875" y="3776663"/>
          <p14:tracePt t="47184" x="3244850" y="3759200"/>
          <p14:tracePt t="47199" x="3314700" y="3740150"/>
          <p14:tracePt t="47216" x="3368675" y="3722688"/>
          <p14:tracePt t="47232" x="3494088" y="3651250"/>
          <p14:tracePt t="47249" x="3565525" y="3616325"/>
          <p14:tracePt t="47267" x="3617913" y="3598863"/>
          <p14:tracePt t="47282" x="3636963" y="3598863"/>
          <p14:tracePt t="47299" x="3689350" y="3598863"/>
          <p14:tracePt t="47302" x="3706813" y="3598863"/>
          <p14:tracePt t="47318" x="3725863" y="3598863"/>
          <p14:tracePt t="47332" x="3743325" y="3598863"/>
          <p14:tracePt t="47349" x="3797300" y="3579813"/>
          <p14:tracePt t="47352" x="3849688" y="3562350"/>
          <p14:tracePt t="47366" x="3921125" y="3544888"/>
          <p14:tracePt t="47383" x="3975100" y="3544888"/>
          <p14:tracePt t="47399" x="4064000" y="3544888"/>
          <p14:tracePt t="47402" x="4098925" y="3544888"/>
          <p14:tracePt t="47416" x="4135438" y="3544888"/>
          <p14:tracePt t="47432" x="4170363" y="3544888"/>
          <p14:tracePt t="47451" x="4224338" y="3544888"/>
          <p14:tracePt t="47466" x="4241800" y="3544888"/>
          <p14:tracePt t="47584" x="4260850" y="3544888"/>
          <p14:tracePt t="47682" x="4278313" y="3544888"/>
          <p14:tracePt t="47760" x="4295775" y="3544888"/>
          <p14:tracePt t="47774" x="4295775" y="3562350"/>
          <p14:tracePt t="47781" x="4295775" y="3579813"/>
          <p14:tracePt t="47788" x="4330700" y="3579813"/>
          <p14:tracePt t="47817" x="4330700" y="3598863"/>
          <p14:tracePt t="47844" x="4330700" y="3633788"/>
          <p14:tracePt t="47929" x="4349750" y="3651250"/>
          <p14:tracePt t="47950" x="4367213" y="3651250"/>
          <p14:tracePt t="47957" x="4367213" y="3668713"/>
          <p14:tracePt t="47964" x="4367213" y="3687763"/>
          <p14:tracePt t="47971" x="4367213" y="3705225"/>
          <p14:tracePt t="47978" x="4367213" y="3722688"/>
          <p14:tracePt t="47986" x="4367213" y="3740150"/>
          <p14:tracePt t="50188" x="4295775" y="3776663"/>
          <p14:tracePt t="50195" x="4135438" y="3829050"/>
          <p14:tracePt t="50203" x="4010025" y="3883025"/>
          <p14:tracePt t="50210" x="3867150" y="3919538"/>
          <p14:tracePt t="50217" x="3706813" y="4008438"/>
          <p14:tracePt t="50223" x="3546475" y="4060825"/>
          <p14:tracePt t="50231" x="3405188" y="4114800"/>
          <p14:tracePt t="50238" x="3279775" y="4149725"/>
          <p14:tracePt t="50248" x="3154363" y="4203700"/>
          <p14:tracePt t="50252" x="3065463" y="4240213"/>
          <p14:tracePt t="50266" x="2922588" y="4292600"/>
          <p14:tracePt t="50281" x="2870200" y="4329113"/>
          <p14:tracePt t="50298" x="2851150" y="4329113"/>
          <p14:tracePt t="50301" x="2833688" y="4329113"/>
          <p14:tracePt t="50316" x="2781300" y="4329113"/>
          <p14:tracePt t="50331" x="2744788" y="4329113"/>
          <p14:tracePt t="50348" x="2727325" y="4329113"/>
          <p14:tracePt t="50352" x="2709863" y="4329113"/>
          <p14:tracePt t="50364" x="2673350" y="4329113"/>
          <p14:tracePt t="50381" x="2620963" y="4329113"/>
          <p14:tracePt t="50399" x="2584450" y="4329113"/>
          <p14:tracePt t="50463" x="2566988" y="4329113"/>
          <p14:tracePt t="50470" x="2549525" y="4329113"/>
          <p14:tracePt t="50485" x="2530475" y="4329113"/>
          <p14:tracePt t="50500" x="2513013" y="4329113"/>
          <p14:tracePt t="50535" x="2513013" y="4310063"/>
          <p14:tracePt t="50540" x="2513013" y="4292600"/>
          <p14:tracePt t="50554" x="2513013" y="4275138"/>
          <p14:tracePt t="50570" x="2478088" y="4240213"/>
          <p14:tracePt t="50576" x="2478088" y="4221163"/>
          <p14:tracePt t="50611" x="2478088" y="4203700"/>
          <p14:tracePt t="50688" x="2478088" y="4186238"/>
          <p14:tracePt t="50716" x="2478088" y="4168775"/>
          <p14:tracePt t="50723" x="2478088" y="4149725"/>
          <p14:tracePt t="50731" x="2478088" y="4132263"/>
          <p14:tracePt t="50737" x="2478088" y="4114800"/>
          <p14:tracePt t="50752" x="2478088" y="4079875"/>
          <p14:tracePt t="50864" x="2478088" y="4060825"/>
          <p14:tracePt t="52771" x="2459038" y="4060825"/>
          <p14:tracePt t="52779" x="2441575" y="4060825"/>
          <p14:tracePt t="52786" x="2424113" y="4060825"/>
          <p14:tracePt t="52793" x="2406650" y="4060825"/>
          <p14:tracePt t="52801" x="2389188" y="4060825"/>
          <p14:tracePt t="52807" x="2370138" y="4060825"/>
          <p14:tracePt t="52816" x="2352675" y="4060825"/>
          <p14:tracePt t="52821" x="2298700" y="4060825"/>
          <p14:tracePt t="52831" x="2263775" y="4060825"/>
          <p14:tracePt t="52847" x="2192338" y="4060825"/>
          <p14:tracePt t="52850" x="2138363" y="4060825"/>
          <p14:tracePt t="52863" x="2049463" y="4060825"/>
          <p14:tracePt t="52881" x="1925638" y="4060825"/>
          <p14:tracePt t="52898" x="1800225" y="4060825"/>
          <p14:tracePt t="52914" x="1711325" y="4060825"/>
          <p14:tracePt t="52931" x="1693863" y="4060825"/>
          <p14:tracePt t="52948" x="1604963" y="4060825"/>
          <p14:tracePt t="52964" x="1533525" y="4060825"/>
          <p14:tracePt t="52981" x="1497013" y="4060825"/>
          <p14:tracePt t="52998" x="1462088" y="4060825"/>
          <p14:tracePt t="53014" x="1408113" y="4060825"/>
          <p14:tracePt t="53032" x="1373188" y="4060825"/>
          <p14:tracePt t="54109" x="1390650" y="4060825"/>
          <p14:tracePt t="54116" x="1408113" y="4060825"/>
          <p14:tracePt t="54123" x="1425575" y="4060825"/>
          <p14:tracePt t="54144" x="1443038" y="4060825"/>
          <p14:tracePt t="54158" x="1462088" y="4060825"/>
          <p14:tracePt t="54165" x="1479550" y="4060825"/>
          <p14:tracePt t="54173" x="1497013" y="4060825"/>
          <p14:tracePt t="54180" x="1514475" y="4060825"/>
          <p14:tracePt t="54186" x="1533525" y="4060825"/>
          <p14:tracePt t="54197" x="1550988" y="4060825"/>
          <p14:tracePt t="54214" x="1693863" y="4060825"/>
          <p14:tracePt t="54230" x="1925638" y="4008438"/>
          <p14:tracePt t="54247" x="2192338" y="3937000"/>
          <p14:tracePt t="54265" x="2441575" y="3883025"/>
          <p14:tracePt t="54280" x="2513013" y="3848100"/>
          <p14:tracePt t="54297" x="2566988" y="3848100"/>
          <p14:tracePt t="54301" x="2584450" y="3848100"/>
          <p14:tracePt t="54315" x="2601913" y="3848100"/>
          <p14:tracePt t="54334" x="2620963" y="3848100"/>
          <p14:tracePt t="54349" x="2638425" y="3848100"/>
          <p14:tracePt t="54363" x="2655888" y="3848100"/>
          <p14:tracePt t="54380" x="2709863" y="3848100"/>
          <p14:tracePt t="54398" x="2781300" y="3848100"/>
          <p14:tracePt t="54413" x="2833688" y="3848100"/>
          <p14:tracePt t="54430" x="2976563" y="3900488"/>
          <p14:tracePt t="54447" x="3136900" y="3937000"/>
          <p14:tracePt t="54463" x="3208338" y="3954463"/>
          <p14:tracePt t="54480" x="3244850" y="3971925"/>
          <p14:tracePt t="54483" x="3279775" y="3989388"/>
          <p14:tracePt t="54496" x="3314700" y="4008438"/>
          <p14:tracePt t="54513" x="3351213" y="4008438"/>
          <p14:tracePt t="54531" x="3440113" y="4043363"/>
          <p14:tracePt t="54546" x="3457575" y="4043363"/>
          <p14:tracePt t="54563" x="3494088" y="4060825"/>
          <p14:tracePt t="54580" x="3511550" y="4060825"/>
          <p14:tracePt t="54602" x="3529013" y="4060825"/>
          <p14:tracePt t="54750" x="3546475" y="4079875"/>
          <p14:tracePt t="54757" x="3565525" y="4079875"/>
          <p14:tracePt t="56741" x="3511550" y="4097338"/>
          <p14:tracePt t="56749" x="3422650" y="4114800"/>
          <p14:tracePt t="56756" x="3333750" y="4149725"/>
          <p14:tracePt t="56764" x="3262313" y="4168775"/>
          <p14:tracePt t="56770" x="3136900" y="4186238"/>
          <p14:tracePt t="56777" x="3048000" y="4221163"/>
          <p14:tracePt t="56784" x="2870200" y="4310063"/>
          <p14:tracePt t="56796" x="2744788" y="4364038"/>
          <p14:tracePt t="56800" x="2513013" y="4418013"/>
          <p14:tracePt t="56812" x="2174875" y="4524375"/>
          <p14:tracePt t="56829" x="1871663" y="4630738"/>
          <p14:tracePt t="56847" x="1639888" y="4684713"/>
          <p14:tracePt t="56863" x="1533525" y="4684713"/>
          <p14:tracePt t="56879" x="1443038" y="4684713"/>
          <p14:tracePt t="56883" x="1425575" y="4684713"/>
          <p14:tracePt t="56897" x="1390650" y="4684713"/>
          <p14:tracePt t="56912" x="1373188" y="4684713"/>
          <p14:tracePt t="56930" x="1319213" y="4684713"/>
          <p14:tracePt t="56932" x="1301750" y="4684713"/>
          <p14:tracePt t="56946" x="1282700" y="4684713"/>
          <p14:tracePt t="56949" x="1265238" y="4684713"/>
          <p14:tracePt t="56968" x="1247775" y="4684713"/>
          <p14:tracePt t="56988" x="1230313" y="4684713"/>
          <p14:tracePt t="57023" x="1212850" y="4684713"/>
          <p14:tracePt t="60972" x="1230313" y="4684713"/>
          <p14:tracePt t="61331" x="1247775" y="4684713"/>
          <p14:tracePt t="62478" x="1247775" y="4667250"/>
          <p14:tracePt t="70996" x="1425575" y="4649788"/>
          <p14:tracePt t="71002" x="1604963" y="4630738"/>
          <p14:tracePt t="71011" x="1782763" y="4630738"/>
          <p14:tracePt t="71017" x="1906588" y="4630738"/>
          <p14:tracePt t="71024" x="2014538" y="4630738"/>
          <p14:tracePt t="71031" x="2085975" y="4630738"/>
          <p14:tracePt t="71038" x="2192338" y="4630738"/>
          <p14:tracePt t="71046" x="2281238" y="4630738"/>
          <p14:tracePt t="71058" x="2441575" y="4630738"/>
          <p14:tracePt t="71074" x="2530475" y="4630738"/>
          <p14:tracePt t="71091" x="2638425" y="4630738"/>
          <p14:tracePt t="71109" x="2798763" y="4630738"/>
          <p14:tracePt t="71124" x="2887663" y="4613275"/>
          <p14:tracePt t="71141" x="2976563" y="4613275"/>
          <p14:tracePt t="71158" x="3048000" y="4595813"/>
          <p14:tracePt t="71161" x="3082925" y="4578350"/>
          <p14:tracePt t="71174" x="3208338" y="4541838"/>
          <p14:tracePt t="71193" x="3405188" y="4524375"/>
          <p14:tracePt t="71208" x="3494088" y="4524375"/>
          <p14:tracePt t="71224" x="3565525" y="4524375"/>
          <p14:tracePt t="71241" x="3582988" y="4524375"/>
          <p14:tracePt t="71327" x="3565525" y="4524375"/>
          <p14:tracePt t="71334" x="3546475" y="4524375"/>
          <p14:tracePt t="71343" x="3494088" y="4524375"/>
          <p14:tracePt t="71348" x="3440113" y="4524375"/>
          <p14:tracePt t="71355" x="3297238" y="4541838"/>
          <p14:tracePt t="71362" x="3154363" y="4560888"/>
          <p14:tracePt t="71369" x="2994025" y="4578350"/>
          <p14:tracePt t="71376" x="2887663" y="4578350"/>
          <p14:tracePt t="71391" x="2727325" y="4613275"/>
          <p14:tracePt t="71408" x="2601913" y="4630738"/>
          <p14:tracePt t="71412" x="2566988" y="4630738"/>
          <p14:tracePt t="71426" x="2549525" y="4630738"/>
          <p14:tracePt t="71441" x="2513013" y="4630738"/>
          <p14:tracePt t="71458" x="2478088" y="4630738"/>
          <p14:tracePt t="71461" x="2441575" y="4630738"/>
          <p14:tracePt t="71476" x="2424113" y="4630738"/>
          <p14:tracePt t="71511" x="2406650" y="4630738"/>
          <p14:tracePt t="71581" x="2389188" y="4630738"/>
          <p14:tracePt t="71622" x="2370138" y="4630738"/>
          <p14:tracePt t="73051" x="2228850" y="4649788"/>
          <p14:tracePt t="73058" x="1978025" y="4667250"/>
          <p14:tracePt t="73065" x="1693863" y="4702175"/>
          <p14:tracePt t="73073" x="1336675" y="4738688"/>
          <p14:tracePt t="73080" x="1016000" y="4791075"/>
          <p14:tracePt t="73087" x="658813" y="4827588"/>
          <p14:tracePt t="73095" x="357188" y="484505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00223A-EC78-DE6F-63BB-B4EA3069A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>
            <a:normAutofit/>
          </a:bodyPr>
          <a:lstStyle/>
          <a:p>
            <a:pPr algn="ctr"/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Mon travail alimente l'équipe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FBEB15-AD9B-156D-9ED6-41FB5DB88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1886" y="2398626"/>
            <a:ext cx="5604741" cy="3730460"/>
          </a:xfrm>
        </p:spPr>
        <p:txBody>
          <a:bodyPr>
            <a:normAutofit/>
          </a:bodyPr>
          <a:lstStyle/>
          <a:p>
            <a:r>
              <a:rPr lang="fr-FR" sz="1600" b="1">
                <a:latin typeface="Arial" panose="020B0604020202020204" pitchFamily="34" charset="0"/>
                <a:cs typeface="Arial" panose="020B0604020202020204" pitchFamily="34" charset="0"/>
              </a:rPr>
              <a:t>Data Science</a:t>
            </a:r>
            <a:r>
              <a:rPr lang="fr-FR" sz="1600">
                <a:latin typeface="Arial" panose="020B0604020202020204" pitchFamily="34" charset="0"/>
                <a:cs typeface="Arial" panose="020B0604020202020204" pitchFamily="34" charset="0"/>
              </a:rPr>
              <a:t> → livré : 5 000 × 20 features documentées + note d'analyse + Sunday flag</a:t>
            </a:r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942EF7A-51AA-3742-B86F-DF9679517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9154" y="2398626"/>
            <a:ext cx="5698046" cy="3730460"/>
          </a:xfrm>
        </p:spPr>
        <p:txBody>
          <a:bodyPr>
            <a:normAutofit/>
          </a:bodyPr>
          <a:lstStyle/>
          <a:p>
            <a:pPr lvl="0"/>
            <a:r>
              <a:rPr lang="fr-FR" sz="1600" b="1">
                <a:latin typeface="Arial" panose="020B0604020202020204" pitchFamily="34" charset="0"/>
                <a:cs typeface="Arial" panose="020B0604020202020204" pitchFamily="34" charset="0"/>
              </a:rPr>
              <a:t>Generative AI</a:t>
            </a:r>
            <a:r>
              <a:rPr lang="fr-FR" sz="1600">
                <a:latin typeface="Arial" panose="020B0604020202020204" pitchFamily="34" charset="0"/>
                <a:cs typeface="Arial" panose="020B0604020202020204" pitchFamily="34" charset="0"/>
              </a:rPr>
              <a:t> → signalé : incohérence Sunday / Knowledge Base</a:t>
            </a:r>
          </a:p>
          <a:p>
            <a:pPr marL="0" indent="0">
              <a:buNone/>
            </a:pPr>
            <a:br>
              <a:rPr lang="fr-FR" sz="2000"/>
            </a:br>
            <a:endParaRPr lang="fr-FR" sz="20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8C313A5-9562-4E51-1282-21B31C0E42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97" y="3167743"/>
            <a:ext cx="4778004" cy="260168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B69DFD3-56D9-6628-FE0D-2347E7918C9E}"/>
              </a:ext>
            </a:extLst>
          </p:cNvPr>
          <p:cNvSpPr txBox="1"/>
          <p:nvPr/>
        </p:nvSpPr>
        <p:spPr>
          <a:xfrm>
            <a:off x="922315" y="6119373"/>
            <a:ext cx="366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« DS : </a:t>
            </a:r>
            <a:r>
              <a:rPr lang="fr-FR" i="1" dirty="0" err="1"/>
              <a:t>features</a:t>
            </a:r>
            <a:r>
              <a:rPr lang="fr-FR" i="1" dirty="0"/>
              <a:t> livrées + test croisé »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E7E05C9-DAB7-E3FB-5773-8D7AB5332B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154" y="3167744"/>
            <a:ext cx="5610960" cy="260168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83A5A938-DA0D-E255-8CBE-7F8BCA724BEE}"/>
              </a:ext>
            </a:extLst>
          </p:cNvPr>
          <p:cNvSpPr txBox="1"/>
          <p:nvPr/>
        </p:nvSpPr>
        <p:spPr>
          <a:xfrm>
            <a:off x="7319785" y="6119373"/>
            <a:ext cx="4480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« GenAI : incohérence Sunday/KB signalée »</a:t>
            </a:r>
            <a:endParaRPr lang="fr-FR" dirty="0"/>
          </a:p>
        </p:txBody>
      </p:sp>
      <p:sp>
        <p:nvSpPr>
          <p:cNvPr id="19" name="Forme en L 18">
            <a:extLst>
              <a:ext uri="{FF2B5EF4-FFF2-40B4-BE49-F238E27FC236}">
                <a16:creationId xmlns:a16="http://schemas.microsoft.com/office/drawing/2014/main" id="{FD04FE03-0010-CDE1-7162-BA44CEA7B47F}"/>
              </a:ext>
            </a:extLst>
          </p:cNvPr>
          <p:cNvSpPr/>
          <p:nvPr/>
        </p:nvSpPr>
        <p:spPr>
          <a:xfrm rot="10800000">
            <a:off x="-3" y="1502229"/>
            <a:ext cx="12188953" cy="721422"/>
          </a:xfrm>
          <a:prstGeom prst="corner">
            <a:avLst>
              <a:gd name="adj1" fmla="val 39063"/>
              <a:gd name="adj2" fmla="val 50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9" name="Audio 68">
            <a:hlinkClick r:id="" action="ppaction://media"/>
            <a:extLst>
              <a:ext uri="{FF2B5EF4-FFF2-40B4-BE49-F238E27FC236}">
                <a16:creationId xmlns:a16="http://schemas.microsoft.com/office/drawing/2014/main" id="{76A0E5DF-F873-CAC0-4DDE-649B871B60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29870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1224"/>
    </mc:Choice>
    <mc:Fallback>
      <p:transition spd="slow" advTm="912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9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22" x="106363" y="5360988"/>
          <p14:tracePt t="628" x="266700" y="5291138"/>
          <p14:tracePt t="634" x="392113" y="5272088"/>
          <p14:tracePt t="641" x="534988" y="5219700"/>
          <p14:tracePt t="648" x="730250" y="5165725"/>
          <p14:tracePt t="655" x="890588" y="5111750"/>
          <p14:tracePt t="664" x="1050925" y="5022850"/>
          <p14:tracePt t="677" x="1390650" y="4899025"/>
          <p14:tracePt t="693" x="1674813" y="4773613"/>
          <p14:tracePt t="712" x="2066925" y="4630738"/>
          <p14:tracePt t="727" x="2335213" y="4506913"/>
          <p14:tracePt t="743" x="2584450" y="4400550"/>
          <p14:tracePt t="761" x="2887663" y="4240213"/>
          <p14:tracePt t="777" x="3065463" y="4149725"/>
          <p14:tracePt t="794" x="3208338" y="4114800"/>
          <p14:tracePt t="811" x="3386138" y="4025900"/>
          <p14:tracePt t="827" x="3529013" y="3971925"/>
          <p14:tracePt t="844" x="3706813" y="3865563"/>
          <p14:tracePt t="860" x="4064000" y="3759200"/>
          <p14:tracePt t="877" x="4224338" y="3722688"/>
          <p14:tracePt t="881" x="4313238" y="3705225"/>
          <p14:tracePt t="895" x="4384675" y="3705225"/>
          <p14:tracePt t="910" x="4438650" y="3687763"/>
          <p14:tracePt t="927" x="4473575" y="3687763"/>
          <p14:tracePt t="930" x="4491038" y="3687763"/>
          <p14:tracePt t="1035" x="4510088" y="3687763"/>
          <p14:tracePt t="1043" x="4527550" y="3687763"/>
          <p14:tracePt t="1050" x="4562475" y="3651250"/>
          <p14:tracePt t="1057" x="4616450" y="3633788"/>
          <p14:tracePt t="1064" x="4652963" y="3616325"/>
          <p14:tracePt t="1071" x="4687888" y="3598863"/>
          <p14:tracePt t="1079" x="4741863" y="3544888"/>
          <p14:tracePt t="1085" x="4830763" y="3508375"/>
          <p14:tracePt t="1096" x="4865688" y="3490913"/>
          <p14:tracePt t="1110" x="5008563" y="3402013"/>
          <p14:tracePt t="1114" x="5045075" y="3384550"/>
          <p14:tracePt t="1127" x="5097463" y="3367088"/>
          <p14:tracePt t="1143" x="5133975" y="3367088"/>
          <p14:tracePt t="4802" x="4973638" y="3241675"/>
          <p14:tracePt t="4808" x="4741863" y="3063875"/>
          <p14:tracePt t="4815" x="4510088" y="2921000"/>
          <p14:tracePt t="4822" x="4313238" y="2778125"/>
          <p14:tracePt t="4830" x="4152900" y="2708275"/>
          <p14:tracePt t="4836" x="4046538" y="2654300"/>
          <p14:tracePt t="4844" x="3903663" y="2547938"/>
          <p14:tracePt t="4851" x="3797300" y="2511425"/>
          <p14:tracePt t="4859" x="3671888" y="2457450"/>
          <p14:tracePt t="4875" x="3494088" y="2422525"/>
          <p14:tracePt t="4893" x="3297238" y="2422525"/>
          <p14:tracePt t="4909" x="3244850" y="2422525"/>
          <p14:tracePt t="4926" x="3208338" y="2422525"/>
          <p14:tracePt t="4929" x="3190875" y="2422525"/>
          <p14:tracePt t="4942" x="3154363" y="2422525"/>
          <p14:tracePt t="4959" x="3119438" y="2422525"/>
          <p14:tracePt t="5020" x="3101975" y="2422525"/>
          <p14:tracePt t="5027" x="3082925" y="2422525"/>
          <p14:tracePt t="5034" x="3048000" y="2422525"/>
          <p14:tracePt t="5041" x="3030538" y="2422525"/>
          <p14:tracePt t="5048" x="3013075" y="2439988"/>
          <p14:tracePt t="5059" x="2976563" y="2457450"/>
          <p14:tracePt t="5062" x="2959100" y="2476500"/>
          <p14:tracePt t="5076" x="2870200" y="2511425"/>
          <p14:tracePt t="5092" x="2798763" y="2617788"/>
          <p14:tracePt t="5109" x="2727325" y="2654300"/>
          <p14:tracePt t="5112" x="2690813" y="2671763"/>
          <p14:tracePt t="5125" x="2655888" y="2689225"/>
          <p14:tracePt t="5142" x="2620963" y="2743200"/>
          <p14:tracePt t="5160" x="2584450" y="2797175"/>
          <p14:tracePt t="5175" x="2530475" y="2797175"/>
          <p14:tracePt t="5196" x="2513013" y="2814638"/>
          <p14:tracePt t="5211" x="2495550" y="2849563"/>
          <p14:tracePt t="5225" x="2459038" y="2903538"/>
          <p14:tracePt t="5242" x="2424113" y="2921000"/>
          <p14:tracePt t="5245" x="2389188" y="2938463"/>
          <p14:tracePt t="5259" x="2335213" y="2974975"/>
          <p14:tracePt t="5275" x="2317750" y="2974975"/>
          <p14:tracePt t="5292" x="2281238" y="2974975"/>
          <p14:tracePt t="5295" x="2263775" y="2974975"/>
          <p14:tracePt t="5308" x="2228850" y="2974975"/>
          <p14:tracePt t="5325" x="2192338" y="2974975"/>
          <p14:tracePt t="13812" x="2192338" y="3063875"/>
          <p14:tracePt t="13819" x="2192338" y="3135313"/>
          <p14:tracePt t="13827" x="2192338" y="3241675"/>
          <p14:tracePt t="13833" x="2192338" y="3330575"/>
          <p14:tracePt t="13841" x="2192338" y="3438525"/>
          <p14:tracePt t="13847" x="2192338" y="3490913"/>
          <p14:tracePt t="13854" x="2192338" y="3527425"/>
          <p14:tracePt t="13861" x="2192338" y="3598863"/>
          <p14:tracePt t="13873" x="2192338" y="3633788"/>
          <p14:tracePt t="13889" x="2192338" y="3687763"/>
          <p14:tracePt t="13906" x="2192338" y="3705225"/>
          <p14:tracePt t="13922" x="2192338" y="3776663"/>
          <p14:tracePt t="13926" x="2192338" y="3811588"/>
          <p14:tracePt t="13939" x="2209800" y="3865563"/>
          <p14:tracePt t="13956" x="2246313" y="3954463"/>
          <p14:tracePt t="13973" x="2335213" y="4060825"/>
          <p14:tracePt t="13989" x="2389188" y="4168775"/>
          <p14:tracePt t="14006" x="2424113" y="4240213"/>
          <p14:tracePt t="14023" x="2478088" y="4292600"/>
          <p14:tracePt t="14039" x="2478088" y="4329113"/>
          <p14:tracePt t="14056" x="2478088" y="4364038"/>
          <p14:tracePt t="14129" x="2495550" y="4381500"/>
          <p14:tracePt t="14136" x="2530475" y="4381500"/>
          <p14:tracePt t="14144" x="2549525" y="4400550"/>
          <p14:tracePt t="14150" x="2566988" y="4400550"/>
          <p14:tracePt t="14158" x="2584450" y="4400550"/>
          <p14:tracePt t="14164" x="2601913" y="4435475"/>
          <p14:tracePt t="14178" x="2620963" y="4452938"/>
          <p14:tracePt t="14189" x="2638425" y="4452938"/>
          <p14:tracePt t="14192" x="2655888" y="4452938"/>
          <p14:tracePt t="14205" x="2690813" y="4470400"/>
          <p14:tracePt t="14227" x="2709863" y="4470400"/>
          <p14:tracePt t="14339" x="2727325" y="4470400"/>
          <p14:tracePt t="14353" x="2744788" y="4470400"/>
          <p14:tracePt t="14361" x="2762250" y="4470400"/>
          <p14:tracePt t="14367" x="2781300" y="4470400"/>
          <p14:tracePt t="14375" x="2798763" y="4470400"/>
          <p14:tracePt t="14390" x="2816225" y="4470400"/>
          <p14:tracePt t="14410" x="2851150" y="4470400"/>
          <p14:tracePt t="61729" x="2941638" y="4418013"/>
          <p14:tracePt t="61737" x="3030538" y="4310063"/>
          <p14:tracePt t="61745" x="3173413" y="4186238"/>
          <p14:tracePt t="61751" x="3262313" y="4079875"/>
          <p14:tracePt t="61759" x="3386138" y="3954463"/>
          <p14:tracePt t="61765" x="3494088" y="3865563"/>
          <p14:tracePt t="61773" x="3689350" y="3722688"/>
          <p14:tracePt t="61779" x="3886200" y="3616325"/>
          <p14:tracePt t="61790" x="4081463" y="3473450"/>
          <p14:tracePt t="61808" x="4794250" y="3152775"/>
          <p14:tracePt t="61823" x="5205413" y="2992438"/>
          <p14:tracePt t="61840" x="5686425" y="2849563"/>
          <p14:tracePt t="61857" x="6167438" y="2760663"/>
          <p14:tracePt t="61860" x="6345238" y="2708275"/>
          <p14:tracePt t="61874" x="6719888" y="2636838"/>
          <p14:tracePt t="61892" x="6951663" y="2582863"/>
          <p14:tracePt t="61895" x="7040563" y="2565400"/>
          <p14:tracePt t="61907" x="7200900" y="2528888"/>
          <p14:tracePt t="61923" x="7308850" y="2476500"/>
          <p14:tracePt t="61927" x="7378700" y="2457450"/>
          <p14:tracePt t="61941" x="7450138" y="2439988"/>
          <p14:tracePt t="61956" x="7486650" y="2439988"/>
          <p14:tracePt t="61974" x="7558088" y="2405063"/>
          <p14:tracePt t="61977" x="7575550" y="2387600"/>
          <p14:tracePt t="61990" x="7629525" y="2368550"/>
          <p14:tracePt t="62006" x="7718425" y="2333625"/>
          <p14:tracePt t="62023" x="7789863" y="2316163"/>
          <p14:tracePt t="62026" x="7824788" y="2297113"/>
          <p14:tracePt t="62040" x="7913688" y="2262188"/>
          <p14:tracePt t="62057" x="8002588" y="2227263"/>
          <p14:tracePt t="62075" x="8128000" y="2227263"/>
          <p14:tracePt t="62090" x="8199438" y="2227263"/>
          <p14:tracePt t="62111" x="8270875" y="2227263"/>
          <p14:tracePt t="62126" x="8288338" y="2227263"/>
          <p14:tracePt t="62166" x="8305800" y="2227263"/>
          <p14:tracePt t="62180" x="8324850" y="2244725"/>
          <p14:tracePt t="62187" x="8342313" y="2262188"/>
          <p14:tracePt t="62195" x="8359775" y="2279650"/>
          <p14:tracePt t="62206" x="8413750" y="2316163"/>
          <p14:tracePt t="62223" x="8466138" y="2439988"/>
          <p14:tracePt t="62240" x="8502650" y="2511425"/>
          <p14:tracePt t="62243" x="8502650" y="2528888"/>
          <p14:tracePt t="62258" x="8502650" y="2565400"/>
          <p14:tracePt t="62273" x="8520113" y="2617788"/>
          <p14:tracePt t="62290" x="8520113" y="2636838"/>
          <p14:tracePt t="62294" x="8520113" y="2654300"/>
          <p14:tracePt t="62426" x="8537575" y="2671763"/>
          <p14:tracePt t="62433" x="8555038" y="2671763"/>
          <p14:tracePt t="62441" x="8591550" y="2689225"/>
          <p14:tracePt t="62447" x="8609013" y="2689225"/>
          <p14:tracePt t="62455" x="8609013" y="2708275"/>
          <p14:tracePt t="62462" x="8626475" y="2725738"/>
          <p14:tracePt t="62469" x="8645525" y="2725738"/>
          <p14:tracePt t="62477" x="8662988" y="2725738"/>
          <p14:tracePt t="62490" x="8716963" y="2743200"/>
          <p14:tracePt t="62506" x="8769350" y="2743200"/>
          <p14:tracePt t="62523" x="8805863" y="2760663"/>
          <p14:tracePt t="62527" x="8823325" y="2760663"/>
          <p14:tracePt t="62540" x="8840788" y="2760663"/>
          <p14:tracePt t="62543" x="8858250" y="2760663"/>
          <p14:tracePt t="62546" x="8877300" y="2760663"/>
          <p14:tracePt t="62885" x="8840788" y="2778125"/>
          <p14:tracePt t="62892" x="8751888" y="2778125"/>
          <p14:tracePt t="62898" x="8697913" y="2778125"/>
          <p14:tracePt t="62905" x="8645525" y="2778125"/>
          <p14:tracePt t="62912" x="8609013" y="2778125"/>
          <p14:tracePt t="62919" x="8555038" y="2778125"/>
          <p14:tracePt t="62927" x="8502650" y="2778125"/>
          <p14:tracePt t="62933" x="8466138" y="2778125"/>
          <p14:tracePt t="62942" x="8431213" y="2797175"/>
          <p14:tracePt t="62956" x="8305800" y="2797175"/>
          <p14:tracePt t="62973" x="8234363" y="2814638"/>
          <p14:tracePt t="62991" x="8145463" y="2832100"/>
          <p14:tracePt t="63006" x="8074025" y="2886075"/>
          <p14:tracePt t="63025" x="7950200" y="2921000"/>
          <p14:tracePt t="63040" x="7913688" y="2957513"/>
          <p14:tracePt t="63057" x="7878763" y="2992438"/>
          <p14:tracePt t="63060" x="7824788" y="3009900"/>
          <p14:tracePt t="63074" x="7789863" y="3063875"/>
          <p14:tracePt t="63089" x="7753350" y="3063875"/>
          <p14:tracePt t="63106" x="7718425" y="3081338"/>
          <p14:tracePt t="63124" x="7664450" y="3081338"/>
          <p14:tracePt t="63139" x="7629525" y="3081338"/>
          <p14:tracePt t="63156" x="7593013" y="3081338"/>
          <p14:tracePt t="63173" x="7575550" y="3081338"/>
          <p14:tracePt t="63176" x="7558088" y="3081338"/>
          <p14:tracePt t="63189" x="7504113" y="3081338"/>
          <p14:tracePt t="63208" x="7469188" y="3081338"/>
          <p14:tracePt t="63223" x="7432675" y="3081338"/>
          <p14:tracePt t="63240" x="7415213" y="3081338"/>
          <p14:tracePt t="63293" x="7397750" y="3081338"/>
          <p14:tracePt t="63343" x="7378700" y="3081338"/>
          <p14:tracePt t="63391" x="7361238" y="3081338"/>
          <p14:tracePt t="63426" x="7343775" y="3081338"/>
          <p14:tracePt t="63433" x="7326313" y="3081338"/>
          <p14:tracePt t="63442" x="7308850" y="3081338"/>
          <p14:tracePt t="63447" x="7289800" y="3081338"/>
          <p14:tracePt t="63454" x="7272338" y="3081338"/>
          <p14:tracePt t="63462" x="7254875" y="3081338"/>
          <p14:tracePt t="63477" x="7237413" y="3081338"/>
          <p14:tracePt t="63483" x="7200900" y="3081338"/>
          <p14:tracePt t="75406" x="7308850" y="3206750"/>
          <p14:tracePt t="75414" x="7469188" y="3349625"/>
          <p14:tracePt t="75422" x="7593013" y="3438525"/>
          <p14:tracePt t="75428" x="7718425" y="3527425"/>
          <p14:tracePt t="75435" x="7807325" y="3616325"/>
          <p14:tracePt t="75442" x="7878763" y="3687763"/>
          <p14:tracePt t="75449" x="7967663" y="3722688"/>
          <p14:tracePt t="75457" x="8002588" y="3759200"/>
          <p14:tracePt t="75470" x="8074025" y="3865563"/>
          <p14:tracePt t="75485" x="8181975" y="3937000"/>
          <p14:tracePt t="75502" x="8270875" y="4043363"/>
          <p14:tracePt t="75520" x="8520113" y="4168775"/>
          <p14:tracePt t="75536" x="8734425" y="4310063"/>
          <p14:tracePt t="75553" x="8983663" y="4435475"/>
          <p14:tracePt t="75556" x="9109075" y="4506913"/>
          <p14:tracePt t="75569" x="9178925" y="4541838"/>
          <p14:tracePt t="75572" x="9269413" y="4595813"/>
          <p14:tracePt t="75586" x="9429750" y="4684713"/>
          <p14:tracePt t="75590" x="9518650" y="4721225"/>
          <p14:tracePt t="75604" x="9625013" y="4756150"/>
          <p14:tracePt t="75619" x="9696450" y="4791075"/>
          <p14:tracePt t="75636" x="9732963" y="4810125"/>
          <p14:tracePt t="75639" x="9750425" y="4810125"/>
          <p14:tracePt t="89105" x="9161463" y="4791075"/>
          <p14:tracePt t="89111" x="8288338" y="4756150"/>
          <p14:tracePt t="89118" x="7770813" y="4756150"/>
          <p14:tracePt t="89126" x="6880225" y="4721225"/>
          <p14:tracePt t="89133" x="6007100" y="4721225"/>
          <p14:tracePt t="89140" x="5418138" y="4721225"/>
          <p14:tracePt t="89148" x="5045075" y="4684713"/>
          <p14:tracePt t="89154" x="4330700" y="4684713"/>
          <p14:tracePt t="89165" x="3903663" y="4684713"/>
          <p14:tracePt t="89168" x="3582988" y="4684713"/>
          <p14:tracePt t="89182" x="3297238" y="4684713"/>
          <p14:tracePt t="89185" x="2976563" y="4684713"/>
          <p14:tracePt t="89197" x="2263775" y="4684713"/>
          <p14:tracePt t="89215" x="1854200" y="4721225"/>
          <p14:tracePt t="89218" x="1674813" y="4738688"/>
          <p14:tracePt t="89232" x="1301750" y="4879975"/>
          <p14:tracePt t="89248" x="801688" y="5076825"/>
          <p14:tracePt t="89266" x="357188" y="5272088"/>
          <p14:tracePt t="89268" x="266700" y="5343525"/>
          <p14:tracePt t="89281" x="231775" y="5360988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371543-D3D8-6D87-A3C5-1157AF549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FR" sz="4800"/>
              <a:t>Tester, c'est grandir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8C2716-D768-6683-385B-2246AC3DD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lvl="0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6 tests systématiques → 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6 PASS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(KPI exacts à 0,1 pt)</a:t>
            </a:r>
          </a:p>
          <a:p>
            <a:pPr lvl="0"/>
            <a:r>
              <a:rPr lang="fr-FR" i="1" dirty="0"/>
              <a:t> 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1 anomalie Sunday documentée (3 hypothèses testées, aucune suffisante → à investiguer)</a:t>
            </a:r>
          </a:p>
          <a:p>
            <a:pPr lvl="0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Recommandation rappel 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affinée par type de RDV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14F98B-7C8F-05ED-D1F8-A210F1691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957240"/>
            <a:ext cx="5150277" cy="276827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Audio 30">
            <a:hlinkClick r:id="" action="ppaction://media"/>
            <a:extLst>
              <a:ext uri="{FF2B5EF4-FFF2-40B4-BE49-F238E27FC236}">
                <a16:creationId xmlns:a16="http://schemas.microsoft.com/office/drawing/2014/main" id="{ACABCBC3-C995-2BBD-877B-8E26EEDC13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1357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861"/>
    </mc:Choice>
    <mc:Fallback>
      <p:transition spd="slow" advTm="778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042" x="177800" y="4649788"/>
          <p14:tracePt t="1047" x="409575" y="4560888"/>
          <p14:tracePt t="1054" x="588963" y="4506913"/>
          <p14:tracePt t="1060" x="749300" y="4418013"/>
          <p14:tracePt t="1068" x="944563" y="4364038"/>
          <p14:tracePt t="1075" x="1122363" y="4310063"/>
          <p14:tracePt t="1086" x="1247775" y="4292600"/>
          <p14:tracePt t="1090" x="1390650" y="4275138"/>
          <p14:tracePt t="1103" x="1693863" y="4240213"/>
          <p14:tracePt t="1118" x="2014538" y="4240213"/>
          <p14:tracePt t="1135" x="2298700" y="4240213"/>
          <p14:tracePt t="1153" x="2513013" y="4240213"/>
          <p14:tracePt t="1169" x="2584450" y="4240213"/>
          <p14:tracePt t="1185" x="2638425" y="4240213"/>
          <p14:tracePt t="1188" x="2673350" y="4240213"/>
          <p14:tracePt t="1201" x="2690813" y="4240213"/>
          <p14:tracePt t="1229" x="2709863" y="4240213"/>
          <p14:tracePt t="1287" x="2727325" y="4240213"/>
          <p14:tracePt t="1294" x="2744788" y="4240213"/>
          <p14:tracePt t="1300" x="2762250" y="4240213"/>
          <p14:tracePt t="1308" x="2781300" y="4240213"/>
          <p14:tracePt t="1315" x="2798763" y="4240213"/>
          <p14:tracePt t="1323" x="2851150" y="4240213"/>
          <p14:tracePt t="1336" x="2922588" y="4240213"/>
          <p14:tracePt t="1352" x="3013075" y="4240213"/>
          <p14:tracePt t="1368" x="3030538" y="4257675"/>
          <p14:tracePt t="1387" x="3065463" y="4257675"/>
          <p14:tracePt t="9888" x="3119438" y="4203700"/>
          <p14:tracePt t="9896" x="3190875" y="4132263"/>
          <p14:tracePt t="9903" x="3279775" y="4043363"/>
          <p14:tracePt t="9909" x="3314700" y="4008438"/>
          <p14:tracePt t="9917" x="3386138" y="3937000"/>
          <p14:tracePt t="9924" x="3422650" y="3900488"/>
          <p14:tracePt t="9932" x="3511550" y="3848100"/>
          <p14:tracePt t="9949" x="3582988" y="3759200"/>
          <p14:tracePt t="9953" x="3617913" y="3722688"/>
          <p14:tracePt t="9965" x="3689350" y="3705225"/>
          <p14:tracePt t="9969" x="3725863" y="3668713"/>
          <p14:tracePt t="9982" x="3778250" y="3616325"/>
          <p14:tracePt t="9999" x="3814763" y="3579813"/>
          <p14:tracePt t="10015" x="3886200" y="3544888"/>
          <p14:tracePt t="10032" x="3921125" y="3508375"/>
          <p14:tracePt t="10050" x="4046538" y="3455988"/>
          <p14:tracePt t="10065" x="4170363" y="3384550"/>
          <p14:tracePt t="10082" x="4295775" y="3313113"/>
          <p14:tracePt t="10100" x="4367213" y="3278188"/>
          <p14:tracePt t="10115" x="4384675" y="3278188"/>
          <p14:tracePt t="21172" x="4367213" y="3330575"/>
          <p14:tracePt t="21180" x="4313238" y="3419475"/>
          <p14:tracePt t="21186" x="4278313" y="3508375"/>
          <p14:tracePt t="21193" x="4260850" y="3562350"/>
          <p14:tracePt t="21200" x="4224338" y="3616325"/>
          <p14:tracePt t="21207" x="4189413" y="3687763"/>
          <p14:tracePt t="21214" x="4170363" y="3722688"/>
          <p14:tracePt t="21221" x="4152900" y="3740150"/>
          <p14:tracePt t="21230" x="4135438" y="3759200"/>
          <p14:tracePt t="21245" x="4117975" y="3829050"/>
          <p14:tracePt t="21263" x="4117975" y="3989388"/>
          <p14:tracePt t="21279" x="4117975" y="4149725"/>
          <p14:tracePt t="21295" x="4117975" y="4275138"/>
          <p14:tracePt t="21299" x="4117975" y="4329113"/>
          <p14:tracePt t="21313" x="4117975" y="4435475"/>
          <p14:tracePt t="21328" x="4117975" y="4470400"/>
          <p14:tracePt t="21345" x="4117975" y="4506913"/>
          <p14:tracePt t="21348" x="4117975" y="4541838"/>
          <p14:tracePt t="21362" x="4117975" y="4595813"/>
          <p14:tracePt t="21378" x="4117975" y="4613275"/>
          <p14:tracePt t="21395" x="4117975" y="4649788"/>
          <p14:tracePt t="21411" x="4117975" y="4667250"/>
          <p14:tracePt t="75019" x="4010025" y="4667250"/>
          <p14:tracePt t="75025" x="3832225" y="4667250"/>
          <p14:tracePt t="75032" x="3654425" y="4667250"/>
          <p14:tracePt t="75039" x="3494088" y="4667250"/>
          <p14:tracePt t="75046" x="3279775" y="4684713"/>
          <p14:tracePt t="75053" x="2994025" y="4756150"/>
          <p14:tracePt t="75061" x="2709863" y="4810125"/>
          <p14:tracePt t="75077" x="2228850" y="4899025"/>
          <p14:tracePt t="75111" x="962025" y="5343525"/>
          <p14:tracePt t="75127" x="517525" y="5540375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D4063AB-4FB4-4660-E9D6-CDFF8CDDFFD4}"/>
              </a:ext>
            </a:extLst>
          </p:cNvPr>
          <p:cNvSpPr txBox="1"/>
          <p:nvPr/>
        </p:nvSpPr>
        <p:spPr>
          <a:xfrm>
            <a:off x="838200" y="556995"/>
            <a:ext cx="105156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Comment ça aide HealthConnect</a:t>
            </a:r>
          </a:p>
        </p:txBody>
      </p:sp>
      <p:graphicFrame>
        <p:nvGraphicFramePr>
          <p:cNvPr id="5" name="ZoneTexte 2">
            <a:extLst>
              <a:ext uri="{FF2B5EF4-FFF2-40B4-BE49-F238E27FC236}">
                <a16:creationId xmlns:a16="http://schemas.microsoft.com/office/drawing/2014/main" id="{12D12F22-AADE-E16F-6427-BEF9976878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10052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1EABFAA9-382E-3A22-9BDD-EEAE670944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47638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552"/>
    </mc:Choice>
    <mc:Fallback>
      <p:transition spd="slow" advTm="555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31" x="695325" y="6804025"/>
          <p14:tracePt t="837" x="927100" y="6751638"/>
          <p14:tracePt t="844" x="1176338" y="6715125"/>
          <p14:tracePt t="851" x="1425575" y="6697663"/>
          <p14:tracePt t="859" x="1639888" y="6662738"/>
          <p14:tracePt t="865" x="1889125" y="6643688"/>
          <p14:tracePt t="874" x="2066925" y="6643688"/>
          <p14:tracePt t="888" x="2406650" y="6643688"/>
          <p14:tracePt t="904" x="2690813" y="6608763"/>
          <p14:tracePt t="924" x="3136900" y="6608763"/>
          <p14:tracePt t="938" x="3386138" y="6608763"/>
          <p14:tracePt t="954" x="3565525" y="6608763"/>
          <p14:tracePt t="971" x="3743325" y="6608763"/>
          <p14:tracePt t="975" x="3760788" y="6608763"/>
          <p14:tracePt t="989" x="3867150" y="6608763"/>
          <p14:tracePt t="992" x="3921125" y="6608763"/>
          <p14:tracePt t="1005" x="3957638" y="6608763"/>
          <p14:tracePt t="1007" x="3975100" y="6608763"/>
          <p14:tracePt t="1021" x="3992563" y="6608763"/>
          <p14:tracePt t="1351" x="3975100" y="6608763"/>
          <p14:tracePt t="1358" x="3938588" y="6608763"/>
          <p14:tracePt t="1365" x="3921125" y="6608763"/>
          <p14:tracePt t="1373" x="3903663" y="6608763"/>
          <p14:tracePt t="1380" x="3867150" y="6591300"/>
          <p14:tracePt t="1387" x="3778250" y="6537325"/>
          <p14:tracePt t="1394" x="3706813" y="6519863"/>
          <p14:tracePt t="1405" x="3617913" y="6502400"/>
          <p14:tracePt t="1408" x="3511550" y="6483350"/>
          <p14:tracePt t="1422" x="3279775" y="6430963"/>
          <p14:tracePt t="1438" x="2994025" y="6359525"/>
          <p14:tracePt t="1455" x="2709863" y="6323013"/>
          <p14:tracePt t="1471" x="2459038" y="6323013"/>
          <p14:tracePt t="1487" x="2370138" y="6323013"/>
          <p14:tracePt t="1505" x="2335213" y="6323013"/>
          <p14:tracePt t="1508" x="2317750" y="6323013"/>
          <p14:tracePt t="1521" x="2298700" y="6323013"/>
          <p14:tracePt t="1538" x="2263775" y="6323013"/>
          <p14:tracePt t="1584" x="2228850" y="6323013"/>
          <p14:tracePt t="1591" x="2209800" y="6323013"/>
          <p14:tracePt t="16443" x="2317750" y="6251575"/>
          <p14:tracePt t="16451" x="2478088" y="6162675"/>
          <p14:tracePt t="16457" x="2620963" y="6073775"/>
          <p14:tracePt t="16465" x="2744788" y="5984875"/>
          <p14:tracePt t="16471" x="2833688" y="5913438"/>
          <p14:tracePt t="16478" x="2994025" y="5807075"/>
          <p14:tracePt t="16487" x="3119438" y="5735638"/>
          <p14:tracePt t="16492" x="3262313" y="5681663"/>
          <p14:tracePt t="16501" x="3386138" y="5646738"/>
          <p14:tracePt t="16516" x="3725863" y="5540375"/>
          <p14:tracePt t="16532" x="4029075" y="5540375"/>
          <p14:tracePt t="16549" x="4456113" y="5540375"/>
          <p14:tracePt t="16566" x="4670425" y="5540375"/>
          <p14:tracePt t="16584" x="4919663" y="5540375"/>
          <p14:tracePt t="16599" x="5026025" y="5540375"/>
          <p14:tracePt t="16616" x="5151438" y="5540375"/>
          <p14:tracePt t="16620" x="5186363" y="5540375"/>
          <p14:tracePt t="16634" x="5257800" y="5540375"/>
          <p14:tracePt t="16649" x="5276850" y="5540375"/>
          <p14:tracePt t="16788" x="5294313" y="5575300"/>
          <p14:tracePt t="16795" x="5311775" y="5592763"/>
          <p14:tracePt t="16803" x="5346700" y="5592763"/>
          <p14:tracePt t="16809" x="5365750" y="5611813"/>
          <p14:tracePt t="16818" x="5418138" y="5629275"/>
          <p14:tracePt t="16824" x="5454650" y="5664200"/>
          <p14:tracePt t="16830" x="5489575" y="5718175"/>
          <p14:tracePt t="16838" x="5543550" y="5772150"/>
          <p14:tracePt t="16850" x="5632450" y="5824538"/>
          <p14:tracePt t="16853" x="5686425" y="5861050"/>
          <p14:tracePt t="16866" x="5757863" y="5932488"/>
          <p14:tracePt t="16883" x="5829300" y="6021388"/>
          <p14:tracePt t="16900" x="5881688" y="6073775"/>
          <p14:tracePt t="16916" x="5899150" y="6110288"/>
          <p14:tracePt t="16932" x="5899150" y="6127750"/>
          <p14:tracePt t="24419" x="5935663" y="6110288"/>
          <p14:tracePt t="24425" x="5953125" y="6092825"/>
          <p14:tracePt t="24433" x="6007100" y="6073775"/>
          <p14:tracePt t="24440" x="6061075" y="6056313"/>
          <p14:tracePt t="24446" x="6149975" y="6038850"/>
          <p14:tracePt t="24453" x="6238875" y="6021388"/>
          <p14:tracePt t="24460" x="6310313" y="6021388"/>
          <p14:tracePt t="24468" x="6416675" y="5984875"/>
          <p14:tracePt t="24481" x="6613525" y="5984875"/>
          <p14:tracePt t="24496" x="6773863" y="5984875"/>
          <p14:tracePt t="24513" x="6915150" y="5984875"/>
          <p14:tracePt t="24532" x="7112000" y="5984875"/>
          <p14:tracePt t="24547" x="7237413" y="6038850"/>
          <p14:tracePt t="24564" x="7469188" y="6038850"/>
          <p14:tracePt t="24567" x="7610475" y="6056313"/>
          <p14:tracePt t="24581" x="7807325" y="6056313"/>
          <p14:tracePt t="24596" x="7967663" y="6073775"/>
          <p14:tracePt t="24613" x="8074025" y="6073775"/>
          <p14:tracePt t="24630" x="8270875" y="6073775"/>
          <p14:tracePt t="24646" x="8431213" y="6092825"/>
          <p14:tracePt t="24665" x="8662988" y="6092825"/>
          <p14:tracePt t="24680" x="8805863" y="6092825"/>
          <p14:tracePt t="24697" x="8929688" y="6092825"/>
          <p14:tracePt t="24700" x="8983663" y="6092825"/>
          <p14:tracePt t="24714" x="9055100" y="6092825"/>
          <p14:tracePt t="24730" x="9144000" y="6092825"/>
          <p14:tracePt t="24747" x="9197975" y="6092825"/>
          <p14:tracePt t="24749" x="9215438" y="6092825"/>
          <p14:tracePt t="24763" x="9250363" y="6092825"/>
          <p14:tracePt t="24780" x="9286875" y="6092825"/>
          <p14:tracePt t="24797" x="9321800" y="6092825"/>
          <p14:tracePt t="24800" x="9358313" y="6092825"/>
          <p14:tracePt t="24813" x="9410700" y="6092825"/>
          <p14:tracePt t="24830" x="9501188" y="6092825"/>
          <p14:tracePt t="24833" x="9553575" y="6092825"/>
          <p14:tracePt t="24848" x="9696450" y="6056313"/>
          <p14:tracePt t="24863" x="9785350" y="6038850"/>
          <p14:tracePt t="24880" x="9874250" y="6038850"/>
          <p14:tracePt t="24883" x="9910763" y="6038850"/>
          <p14:tracePt t="24897" x="9963150" y="6038850"/>
          <p14:tracePt t="24913" x="10017125" y="6038850"/>
          <p14:tracePt t="54020" x="9447213" y="6056313"/>
          <p14:tracePt t="54027" x="8270875" y="6145213"/>
          <p14:tracePt t="54035" x="7450138" y="6199188"/>
          <p14:tracePt t="54042" x="6773863" y="6270625"/>
          <p14:tracePt t="54048" x="5489575" y="6483350"/>
          <p14:tracePt t="54055" x="4759325" y="6519863"/>
          <p14:tracePt t="54062" x="4206875" y="6591300"/>
          <p14:tracePt t="54070" x="3154363" y="6732588"/>
          <p14:tracePt t="54087" x="2157413" y="6804025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1DBA7B1-AA9B-98DD-099B-D79DA716E16C}"/>
              </a:ext>
            </a:extLst>
          </p:cNvPr>
          <p:cNvSpPr txBox="1"/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>
                <a:latin typeface="+mj-lt"/>
                <a:ea typeface="+mj-ea"/>
                <a:cs typeface="+mj-cs"/>
              </a:rPr>
              <a:t>Un dashboard ne sert pas à montrer des chiffres.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1B92F66-7449-67AA-56B4-F338A568D2D5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/>
              <a:t>Il sert à produire des décisions validées, que toute l'équipe peut utiliser. »</a:t>
            </a:r>
            <a:endParaRPr lang="en-US" sz="2000"/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SOME Oho Prisca Gaelle · #AnalystLabAfrica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5" name="Picture 4" descr="Indicateur de vitesse">
            <a:extLst>
              <a:ext uri="{FF2B5EF4-FFF2-40B4-BE49-F238E27FC236}">
                <a16:creationId xmlns:a16="http://schemas.microsoft.com/office/drawing/2014/main" id="{10E69009-8671-1000-547D-27E2814EE8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87" r="4398" b="2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9890E1FA-D527-9E20-FAAE-96D2760EDB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63334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191"/>
    </mc:Choice>
    <mc:Fallback>
      <p:transition spd="slow" advTm="551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02" x="320675" y="4043363"/>
          <p14:tracePt t="709" x="588963" y="3883025"/>
          <p14:tracePt t="716" x="784225" y="3759200"/>
          <p14:tracePt t="723" x="981075" y="3651250"/>
          <p14:tracePt t="730" x="1176338" y="3579813"/>
          <p14:tracePt t="741" x="1301750" y="3527425"/>
          <p14:tracePt t="745" x="1408113" y="3473450"/>
          <p14:tracePt t="759" x="1568450" y="3384550"/>
          <p14:tracePt t="791" x="1925638" y="3295650"/>
          <p14:tracePt t="808" x="2209800" y="3259138"/>
          <p14:tracePt t="824" x="2370138" y="3241675"/>
          <p14:tracePt t="842" x="2601913" y="3189288"/>
          <p14:tracePt t="857" x="2762250" y="3152775"/>
          <p14:tracePt t="875" x="2994025" y="3117850"/>
          <p14:tracePt t="878" x="3136900" y="3081338"/>
          <p14:tracePt t="892" x="3405188" y="3028950"/>
          <p14:tracePt t="907" x="3671888" y="2938463"/>
          <p14:tracePt t="925" x="3886200" y="2886075"/>
          <p14:tracePt t="928" x="3957638" y="2849563"/>
          <p14:tracePt t="942" x="4152900" y="2725738"/>
          <p14:tracePt t="957" x="4349750" y="2636838"/>
          <p14:tracePt t="974" x="4581525" y="2476500"/>
          <p14:tracePt t="978" x="4705350" y="2387600"/>
          <p14:tracePt t="991" x="4954588" y="2208213"/>
          <p14:tracePt t="1007" x="5168900" y="2101850"/>
          <p14:tracePt t="1025" x="5418138" y="1941513"/>
          <p14:tracePt t="1041" x="5578475" y="1870075"/>
          <p14:tracePt t="1058" x="5686425" y="1781175"/>
          <p14:tracePt t="1061" x="5738813" y="1763713"/>
          <p14:tracePt t="1076" x="5792788" y="1746250"/>
          <p14:tracePt t="1091" x="5810250" y="1746250"/>
          <p14:tracePt t="1223" x="5829300" y="1746250"/>
          <p14:tracePt t="1364" x="5810250" y="1746250"/>
          <p14:tracePt t="1371" x="5792788" y="1746250"/>
          <p14:tracePt t="1379" x="5738813" y="1746250"/>
          <p14:tracePt t="1385" x="5614988" y="1746250"/>
          <p14:tracePt t="1393" x="5437188" y="1746250"/>
          <p14:tracePt t="1399" x="5240338" y="1746250"/>
          <p14:tracePt t="1406" x="5062538" y="1746250"/>
          <p14:tracePt t="1413" x="4883150" y="1746250"/>
          <p14:tracePt t="1424" x="4813300" y="1746250"/>
          <p14:tracePt t="1427" x="4670425" y="1746250"/>
          <p14:tracePt t="1441" x="4313238" y="1746250"/>
          <p14:tracePt t="1458" x="3992563" y="1746250"/>
          <p14:tracePt t="1476" x="3725863" y="1746250"/>
          <p14:tracePt t="1479" x="3654425" y="1746250"/>
          <p14:tracePt t="1490" x="3565525" y="1746250"/>
          <p14:tracePt t="1508" x="3494088" y="1746250"/>
          <p14:tracePt t="1527" x="3440113" y="1746250"/>
          <p14:tracePt t="1541" x="3405188" y="1746250"/>
          <p14:tracePt t="1558" x="3386138" y="1746250"/>
          <p14:tracePt t="6481" x="3511550" y="1692275"/>
          <p14:tracePt t="6488" x="3600450" y="1638300"/>
          <p14:tracePt t="6495" x="3706813" y="1603375"/>
          <p14:tracePt t="6502" x="3797300" y="1549400"/>
          <p14:tracePt t="6511" x="3867150" y="1531938"/>
          <p14:tracePt t="6516" x="3921125" y="1514475"/>
          <p14:tracePt t="6524" x="3957638" y="1477963"/>
          <p14:tracePt t="6530" x="3992563" y="1460500"/>
          <p14:tracePt t="6539" x="4029075" y="1443038"/>
          <p14:tracePt t="6555" x="4081463" y="1443038"/>
          <p14:tracePt t="6572" x="4098925" y="1443038"/>
          <p14:tracePt t="6770" x="4098925" y="1425575"/>
          <p14:tracePt t="6777" x="4081463" y="1425575"/>
          <p14:tracePt t="6784" x="4029075" y="1406525"/>
          <p14:tracePt t="6791" x="3975100" y="1389063"/>
          <p14:tracePt t="6797" x="3886200" y="1371600"/>
          <p14:tracePt t="6805" x="3778250" y="1336675"/>
          <p14:tracePt t="6812" x="3689350" y="1336675"/>
          <p14:tracePt t="6822" x="3582988" y="1336675"/>
          <p14:tracePt t="6826" x="3529013" y="1336675"/>
          <p14:tracePt t="6840" x="3422650" y="1336675"/>
          <p14:tracePt t="6856" x="3314700" y="1336675"/>
          <p14:tracePt t="6872" x="3225800" y="1336675"/>
          <p14:tracePt t="6876" x="3190875" y="1336675"/>
          <p14:tracePt t="6889" x="3154363" y="1336675"/>
          <p14:tracePt t="6892" x="3119438" y="1336675"/>
          <p14:tracePt t="6906" x="3101975" y="1336675"/>
          <p14:tracePt t="6922" x="3048000" y="1371600"/>
          <p14:tracePt t="6926" x="3013075" y="1389063"/>
          <p14:tracePt t="6939" x="2976563" y="1425575"/>
          <p14:tracePt t="6956" x="2941638" y="1477963"/>
          <p14:tracePt t="6973" x="2870200" y="1531938"/>
          <p14:tracePt t="6989" x="2833688" y="1531938"/>
          <p14:tracePt t="7005" x="2798763" y="1549400"/>
          <p14:tracePt t="7023" x="2744788" y="1603375"/>
          <p14:tracePt t="7039" x="2709863" y="1657350"/>
          <p14:tracePt t="7056" x="2638425" y="1692275"/>
          <p14:tracePt t="7058" x="2601913" y="1709738"/>
          <p14:tracePt t="7072" x="2513013" y="1763713"/>
          <p14:tracePt t="7089" x="2424113" y="1817688"/>
          <p14:tracePt t="7107" x="2389188" y="1852613"/>
          <p14:tracePt t="7110" x="2370138" y="1870075"/>
          <p14:tracePt t="7122" x="2335213" y="1906588"/>
          <p14:tracePt t="7138" x="2298700" y="1924050"/>
          <p14:tracePt t="7156" x="2281238" y="1941513"/>
          <p14:tracePt t="7333" x="2317750" y="1941513"/>
          <p14:tracePt t="7340" x="2424113" y="1941513"/>
          <p14:tracePt t="7347" x="2513013" y="1941513"/>
          <p14:tracePt t="7354" x="2584450" y="1941513"/>
          <p14:tracePt t="7361" x="2690813" y="1941513"/>
          <p14:tracePt t="7368" x="2744788" y="1941513"/>
          <p14:tracePt t="7375" x="2833688" y="1941513"/>
          <p14:tracePt t="7389" x="2922588" y="1941513"/>
          <p14:tracePt t="7405" x="3065463" y="1941513"/>
          <p14:tracePt t="7423" x="3173413" y="1941513"/>
          <p14:tracePt t="7426" x="3262313" y="1941513"/>
          <p14:tracePt t="7439" x="3368675" y="1941513"/>
          <p14:tracePt t="7456" x="3529013" y="1924050"/>
          <p14:tracePt t="7460" x="3617913" y="1906588"/>
          <p14:tracePt t="7474" x="3706813" y="1906588"/>
          <p14:tracePt t="7488" x="3797300" y="1906588"/>
          <p14:tracePt t="7506" x="3867150" y="1887538"/>
          <p14:tracePt t="7509" x="3903663" y="1887538"/>
          <p14:tracePt t="7523" x="3975100" y="1887538"/>
          <p14:tracePt t="7539" x="3992563" y="1887538"/>
          <p14:tracePt t="7556" x="4010025" y="1887538"/>
          <p14:tracePt t="7572" x="4046538" y="1887538"/>
          <p14:tracePt t="7589" x="4064000" y="1887538"/>
          <p14:tracePt t="8009" x="4081463" y="1887538"/>
          <p14:tracePt t="53380" x="4189413" y="1674813"/>
          <p14:tracePt t="53387" x="4278313" y="1460500"/>
          <p14:tracePt t="53395" x="4384675" y="1265238"/>
          <p14:tracePt t="53401" x="4473575" y="1033463"/>
          <p14:tracePt t="53409" x="4545013" y="819150"/>
          <p14:tracePt t="53415" x="4670425" y="552450"/>
          <p14:tracePt t="53423" x="4759325" y="266700"/>
          <p14:tracePt t="55191" x="142875" y="6056313"/>
          <p14:tracePt t="55191" x="266700" y="6002338"/>
          <p14:tracePt t="55191" x="374650" y="5949950"/>
          <p14:tracePt t="55191" x="569913" y="5895975"/>
          <p14:tracePt t="55191" x="695325" y="5824538"/>
          <p14:tracePt t="55191" x="855663" y="5772150"/>
          <p14:tracePt t="55191" x="1158875" y="5700713"/>
          <p14:tracePt t="55191" x="1604963" y="5557838"/>
          <p14:tracePt t="55191" x="2066925" y="5503863"/>
          <p14:tracePt t="55191" x="2157413" y="5503863"/>
          <p14:tracePt t="55191" x="1817688" y="5575300"/>
          <p14:tracePt t="55191" x="1443038" y="5664200"/>
          <p14:tracePt t="55191" x="1016000" y="5824538"/>
          <p14:tracePt t="55191" x="285750" y="6092825"/>
          <p14:tracePt t="55191" x="927100" y="569913"/>
          <p14:tracePt t="55191" x="1247775" y="320675"/>
          <p14:tracePt t="55191" x="1479550" y="125413"/>
        </p14:tracePtLst>
      </p14:laserTraceLst>
    </p:ext>
  </p:extLs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894</TotalTime>
  <Words>210</Words>
  <Application>Microsoft Office PowerPoint</Application>
  <PresentationFormat>Grand écran</PresentationFormat>
  <Paragraphs>28</Paragraphs>
  <Slides>6</Slides>
  <Notes>3</Notes>
  <HiddenSlides>0</HiddenSlides>
  <MMClips>6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 Mon travail d'analyste</vt:lpstr>
      <vt:lpstr>Mon travail alimente l'équipe</vt:lpstr>
      <vt:lpstr>Tester, c'est grandir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Oho Prisca Gaëlle SOME</dc:creator>
  <cp:lastModifiedBy>Oho Prisca Gaëlle SOME</cp:lastModifiedBy>
  <cp:revision>1</cp:revision>
  <dcterms:created xsi:type="dcterms:W3CDTF">2026-09-24T17:03:19Z</dcterms:created>
  <dcterms:modified xsi:type="dcterms:W3CDTF">2026-09-25T20:03:54Z</dcterms:modified>
</cp:coreProperties>
</file>